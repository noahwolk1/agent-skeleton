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8" r:id="rId4"/>
    <p:sldId id="258" r:id="rId5"/>
    <p:sldId id="263" r:id="rId6"/>
    <p:sldId id="277" r:id="rId7"/>
    <p:sldId id="262" r:id="rId8"/>
    <p:sldId id="272" r:id="rId9"/>
    <p:sldId id="270" r:id="rId10"/>
    <p:sldId id="271" r:id="rId11"/>
    <p:sldId id="266" r:id="rId12"/>
    <p:sldId id="275" r:id="rId13"/>
    <p:sldId id="276" r:id="rId14"/>
    <p:sldId id="273" r:id="rId15"/>
    <p:sldId id="264" r:id="rId16"/>
    <p:sldId id="274" r:id="rId17"/>
    <p:sldId id="26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AF0BD5-7967-514E-B9FC-76AF4E9409C4}" v="118" dt="2026-07-17T16:17:51.7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26"/>
    <p:restoredTop sz="94673"/>
  </p:normalViewPr>
  <p:slideViewPr>
    <p:cSldViewPr snapToGrid="0">
      <p:cViewPr varScale="1">
        <p:scale>
          <a:sx n="92" d="100"/>
          <a:sy n="92" d="100"/>
        </p:scale>
        <p:origin x="184" y="9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nak Agarwal" userId="524755ac557c1b43" providerId="LiveId" clId="{2D3943DB-DB84-51D8-A69F-9DDD7633D2C5}"/>
    <pc:docChg chg="undo custSel addSld delSld modSld sldOrd">
      <pc:chgData name="Ronak Agarwal" userId="524755ac557c1b43" providerId="LiveId" clId="{2D3943DB-DB84-51D8-A69F-9DDD7633D2C5}" dt="2026-07-17T18:57:10.511" v="10523" actId="20577"/>
      <pc:docMkLst>
        <pc:docMk/>
      </pc:docMkLst>
      <pc:sldChg chg="addSp delSp modSp mod setBg">
        <pc:chgData name="Ronak Agarwal" userId="524755ac557c1b43" providerId="LiveId" clId="{2D3943DB-DB84-51D8-A69F-9DDD7633D2C5}" dt="2026-07-17T15:13:06.863" v="10313" actId="1076"/>
        <pc:sldMkLst>
          <pc:docMk/>
          <pc:sldMk cId="3829566054" sldId="256"/>
        </pc:sldMkLst>
        <pc:spChg chg="mod">
          <ac:chgData name="Ronak Agarwal" userId="524755ac557c1b43" providerId="LiveId" clId="{2D3943DB-DB84-51D8-A69F-9DDD7633D2C5}" dt="2026-07-17T15:13:06.863" v="10313" actId="1076"/>
          <ac:spMkLst>
            <pc:docMk/>
            <pc:sldMk cId="3829566054" sldId="256"/>
            <ac:spMk id="2" creationId="{E17A09A6-472C-F38A-4459-BEF2F10367CB}"/>
          </ac:spMkLst>
        </pc:spChg>
        <pc:spChg chg="mod">
          <ac:chgData name="Ronak Agarwal" userId="524755ac557c1b43" providerId="LiveId" clId="{2D3943DB-DB84-51D8-A69F-9DDD7633D2C5}" dt="2026-07-17T04:49:48.713" v="8573" actId="26606"/>
          <ac:spMkLst>
            <pc:docMk/>
            <pc:sldMk cId="3829566054" sldId="256"/>
            <ac:spMk id="3" creationId="{1259ED49-476D-EB18-E5A2-37320AB892B5}"/>
          </ac:spMkLst>
        </pc:spChg>
        <pc:spChg chg="add del">
          <ac:chgData name="Ronak Agarwal" userId="524755ac557c1b43" providerId="LiveId" clId="{2D3943DB-DB84-51D8-A69F-9DDD7633D2C5}" dt="2026-07-17T04:49:48.706" v="8572" actId="26606"/>
          <ac:spMkLst>
            <pc:docMk/>
            <pc:sldMk cId="3829566054" sldId="256"/>
            <ac:spMk id="8" creationId="{5E7AA7E8-8006-4E1F-A566-FCF37EE6F35D}"/>
          </ac:spMkLst>
        </pc:spChg>
        <pc:spChg chg="add">
          <ac:chgData name="Ronak Agarwal" userId="524755ac557c1b43" providerId="LiveId" clId="{2D3943DB-DB84-51D8-A69F-9DDD7633D2C5}" dt="2026-07-17T04:49:48.713" v="8573" actId="26606"/>
          <ac:spMkLst>
            <pc:docMk/>
            <pc:sldMk cId="3829566054" sldId="256"/>
            <ac:spMk id="12" creationId="{712D4376-A578-4FF1-94FC-245E7A6A489F}"/>
          </ac:spMkLst>
        </pc:spChg>
        <pc:spChg chg="add">
          <ac:chgData name="Ronak Agarwal" userId="524755ac557c1b43" providerId="LiveId" clId="{2D3943DB-DB84-51D8-A69F-9DDD7633D2C5}" dt="2026-07-17T04:49:48.713" v="8573" actId="26606"/>
          <ac:spMkLst>
            <pc:docMk/>
            <pc:sldMk cId="3829566054" sldId="256"/>
            <ac:spMk id="13" creationId="{1A3C89F8-0D2F-47FF-B903-151248265F47}"/>
          </ac:spMkLst>
        </pc:spChg>
        <pc:spChg chg="add">
          <ac:chgData name="Ronak Agarwal" userId="524755ac557c1b43" providerId="LiveId" clId="{2D3943DB-DB84-51D8-A69F-9DDD7633D2C5}" dt="2026-07-17T04:49:48.713" v="8573" actId="26606"/>
          <ac:spMkLst>
            <pc:docMk/>
            <pc:sldMk cId="3829566054" sldId="256"/>
            <ac:spMk id="14" creationId="{AEA7509D-F04F-40CB-A0B3-EEF16499CC9F}"/>
          </ac:spMkLst>
        </pc:spChg>
        <pc:spChg chg="add">
          <ac:chgData name="Ronak Agarwal" userId="524755ac557c1b43" providerId="LiveId" clId="{2D3943DB-DB84-51D8-A69F-9DDD7633D2C5}" dt="2026-07-17T04:49:48.713" v="8573" actId="26606"/>
          <ac:spMkLst>
            <pc:docMk/>
            <pc:sldMk cId="3829566054" sldId="256"/>
            <ac:spMk id="15" creationId="{C5CB530E-515E-412C-9DF1-5F8FFBD6F383}"/>
          </ac:spMkLst>
        </pc:spChg>
        <pc:spChg chg="add">
          <ac:chgData name="Ronak Agarwal" userId="524755ac557c1b43" providerId="LiveId" clId="{2D3943DB-DB84-51D8-A69F-9DDD7633D2C5}" dt="2026-07-17T04:49:48.713" v="8573" actId="26606"/>
          <ac:spMkLst>
            <pc:docMk/>
            <pc:sldMk cId="3829566054" sldId="256"/>
            <ac:spMk id="18" creationId="{508BEF50-7B1E-49A4-BC19-5F4F1D755E64}"/>
          </ac:spMkLst>
        </pc:spChg>
        <pc:spChg chg="add">
          <ac:chgData name="Ronak Agarwal" userId="524755ac557c1b43" providerId="LiveId" clId="{2D3943DB-DB84-51D8-A69F-9DDD7633D2C5}" dt="2026-07-17T04:49:48.713" v="8573" actId="26606"/>
          <ac:spMkLst>
            <pc:docMk/>
            <pc:sldMk cId="3829566054" sldId="256"/>
            <ac:spMk id="20" creationId="{3FBAD350-5664-4811-A208-657FB882D350}"/>
          </ac:spMkLst>
        </pc:spChg>
        <pc:spChg chg="add">
          <ac:chgData name="Ronak Agarwal" userId="524755ac557c1b43" providerId="LiveId" clId="{2D3943DB-DB84-51D8-A69F-9DDD7633D2C5}" dt="2026-07-17T04:49:48.713" v="8573" actId="26606"/>
          <ac:spMkLst>
            <pc:docMk/>
            <pc:sldMk cId="3829566054" sldId="256"/>
            <ac:spMk id="22" creationId="{C39ADB8F-D187-49D7-BDCF-C1B6DC727068}"/>
          </ac:spMkLst>
        </pc:spChg>
        <pc:cxnChg chg="add del">
          <ac:chgData name="Ronak Agarwal" userId="524755ac557c1b43" providerId="LiveId" clId="{2D3943DB-DB84-51D8-A69F-9DDD7633D2C5}" dt="2026-07-17T04:49:48.706" v="8572" actId="26606"/>
          <ac:cxnSpMkLst>
            <pc:docMk/>
            <pc:sldMk cId="3829566054" sldId="256"/>
            <ac:cxnSpMk id="10" creationId="{56020367-4FD5-4596-8E10-C5F095CD8DBF}"/>
          </ac:cxnSpMkLst>
        </pc:cxnChg>
        <pc:cxnChg chg="add">
          <ac:chgData name="Ronak Agarwal" userId="524755ac557c1b43" providerId="LiveId" clId="{2D3943DB-DB84-51D8-A69F-9DDD7633D2C5}" dt="2026-07-17T04:49:48.713" v="8573" actId="26606"/>
          <ac:cxnSpMkLst>
            <pc:docMk/>
            <pc:sldMk cId="3829566054" sldId="256"/>
            <ac:cxnSpMk id="16" creationId="{56020367-4FD5-4596-8E10-C5F095CD8DBF}"/>
          </ac:cxnSpMkLst>
        </pc:cxnChg>
      </pc:sldChg>
      <pc:sldChg chg="addSp delSp modSp mod setBg">
        <pc:chgData name="Ronak Agarwal" userId="524755ac557c1b43" providerId="LiveId" clId="{2D3943DB-DB84-51D8-A69F-9DDD7633D2C5}" dt="2026-07-17T15:14:18.665" v="10358" actId="20577"/>
        <pc:sldMkLst>
          <pc:docMk/>
          <pc:sldMk cId="791139742" sldId="257"/>
        </pc:sldMkLst>
        <pc:spChg chg="mod">
          <ac:chgData name="Ronak Agarwal" userId="524755ac557c1b43" providerId="LiveId" clId="{2D3943DB-DB84-51D8-A69F-9DDD7633D2C5}" dt="2026-07-17T04:50:42.156" v="8627" actId="26606"/>
          <ac:spMkLst>
            <pc:docMk/>
            <pc:sldMk cId="791139742" sldId="257"/>
            <ac:spMk id="2" creationId="{42766901-1E6A-AF64-2E68-F77E68572009}"/>
          </ac:spMkLst>
        </pc:spChg>
        <pc:spChg chg="del mod">
          <ac:chgData name="Ronak Agarwal" userId="524755ac557c1b43" providerId="LiveId" clId="{2D3943DB-DB84-51D8-A69F-9DDD7633D2C5}" dt="2026-07-17T04:50:42.156" v="8627" actId="26606"/>
          <ac:spMkLst>
            <pc:docMk/>
            <pc:sldMk cId="791139742" sldId="257"/>
            <ac:spMk id="3" creationId="{CE7F2409-CDAE-DFAF-5F0F-26F43E83F93D}"/>
          </ac:spMkLst>
        </pc:spChg>
        <pc:spChg chg="add">
          <ac:chgData name="Ronak Agarwal" userId="524755ac557c1b43" providerId="LiveId" clId="{2D3943DB-DB84-51D8-A69F-9DDD7633D2C5}" dt="2026-07-17T04:50:42.156" v="8627" actId="26606"/>
          <ac:spMkLst>
            <pc:docMk/>
            <pc:sldMk cId="791139742" sldId="257"/>
            <ac:spMk id="10" creationId="{B50AB553-2A96-4A92-96F2-93548E096954}"/>
          </ac:spMkLst>
        </pc:spChg>
        <pc:graphicFrameChg chg="add mod modGraphic">
          <ac:chgData name="Ronak Agarwal" userId="524755ac557c1b43" providerId="LiveId" clId="{2D3943DB-DB84-51D8-A69F-9DDD7633D2C5}" dt="2026-07-17T15:14:18.665" v="10358" actId="20577"/>
          <ac:graphicFrameMkLst>
            <pc:docMk/>
            <pc:sldMk cId="791139742" sldId="257"/>
            <ac:graphicFrameMk id="5" creationId="{029AAE18-9629-E55B-8D19-F760675D7232}"/>
          </ac:graphicFrameMkLst>
        </pc:graphicFrameChg>
        <pc:picChg chg="add">
          <ac:chgData name="Ronak Agarwal" userId="524755ac557c1b43" providerId="LiveId" clId="{2D3943DB-DB84-51D8-A69F-9DDD7633D2C5}" dt="2026-07-17T04:50:42.156" v="8627" actId="26606"/>
          <ac:picMkLst>
            <pc:docMk/>
            <pc:sldMk cId="791139742" sldId="257"/>
            <ac:picMk id="6" creationId="{12DEED8D-45C5-714D-F76E-7220C01FD8A6}"/>
          </ac:picMkLst>
        </pc:picChg>
      </pc:sldChg>
      <pc:sldChg chg="addSp modSp mod setBg">
        <pc:chgData name="Ronak Agarwal" userId="524755ac557c1b43" providerId="LiveId" clId="{2D3943DB-DB84-51D8-A69F-9DDD7633D2C5}" dt="2026-07-17T15:16:58.217" v="10521" actId="27636"/>
        <pc:sldMkLst>
          <pc:docMk/>
          <pc:sldMk cId="2979261285" sldId="258"/>
        </pc:sldMkLst>
        <pc:spChg chg="mod">
          <ac:chgData name="Ronak Agarwal" userId="524755ac557c1b43" providerId="LiveId" clId="{2D3943DB-DB84-51D8-A69F-9DDD7633D2C5}" dt="2026-07-17T04:57:13.170" v="9374" actId="26606"/>
          <ac:spMkLst>
            <pc:docMk/>
            <pc:sldMk cId="2979261285" sldId="258"/>
            <ac:spMk id="2" creationId="{900825AD-FA21-351F-7BA1-C0427A67F210}"/>
          </ac:spMkLst>
        </pc:spChg>
        <pc:spChg chg="mod">
          <ac:chgData name="Ronak Agarwal" userId="524755ac557c1b43" providerId="LiveId" clId="{2D3943DB-DB84-51D8-A69F-9DDD7633D2C5}" dt="2026-07-17T15:16:58.217" v="10521" actId="27636"/>
          <ac:spMkLst>
            <pc:docMk/>
            <pc:sldMk cId="2979261285" sldId="258"/>
            <ac:spMk id="3" creationId="{82645007-7C53-75B0-D8E7-377B689B3CB0}"/>
          </ac:spMkLst>
        </pc:spChg>
        <pc:spChg chg="add">
          <ac:chgData name="Ronak Agarwal" userId="524755ac557c1b43" providerId="LiveId" clId="{2D3943DB-DB84-51D8-A69F-9DDD7633D2C5}" dt="2026-07-17T04:57:13.170" v="9374" actId="26606"/>
          <ac:spMkLst>
            <pc:docMk/>
            <pc:sldMk cId="2979261285" sldId="258"/>
            <ac:spMk id="9" creationId="{B50AB553-2A96-4A92-96F2-93548E096954}"/>
          </ac:spMkLst>
        </pc:spChg>
        <pc:picChg chg="add mod ord">
          <ac:chgData name="Ronak Agarwal" userId="524755ac557c1b43" providerId="LiveId" clId="{2D3943DB-DB84-51D8-A69F-9DDD7633D2C5}" dt="2026-07-17T15:16:31.001" v="10517" actId="207"/>
          <ac:picMkLst>
            <pc:docMk/>
            <pc:sldMk cId="2979261285" sldId="258"/>
            <ac:picMk id="4" creationId="{04C795B5-48C2-5E83-4AA0-3994520FC645}"/>
          </ac:picMkLst>
        </pc:picChg>
      </pc:sldChg>
      <pc:sldChg chg="addSp delSp modSp del mod">
        <pc:chgData name="Ronak Agarwal" userId="524755ac557c1b43" providerId="LiveId" clId="{2D3943DB-DB84-51D8-A69F-9DDD7633D2C5}" dt="2026-07-16T23:12:07.001" v="4039" actId="2696"/>
        <pc:sldMkLst>
          <pc:docMk/>
          <pc:sldMk cId="1970939634" sldId="259"/>
        </pc:sldMkLst>
        <pc:spChg chg="mod">
          <ac:chgData name="Ronak Agarwal" userId="524755ac557c1b43" providerId="LiveId" clId="{2D3943DB-DB84-51D8-A69F-9DDD7633D2C5}" dt="2026-07-16T22:51:53.153" v="2207" actId="20577"/>
          <ac:spMkLst>
            <pc:docMk/>
            <pc:sldMk cId="1970939634" sldId="259"/>
            <ac:spMk id="2" creationId="{B136E3C1-4BD3-2182-3F83-E30462D41A1A}"/>
          </ac:spMkLst>
        </pc:spChg>
        <pc:spChg chg="mod">
          <ac:chgData name="Ronak Agarwal" userId="524755ac557c1b43" providerId="LiveId" clId="{2D3943DB-DB84-51D8-A69F-9DDD7633D2C5}" dt="2026-07-16T22:52:26.779" v="2370" actId="21"/>
          <ac:spMkLst>
            <pc:docMk/>
            <pc:sldMk cId="1970939634" sldId="259"/>
            <ac:spMk id="3" creationId="{BEBC0461-040E-2F44-4FA2-51EB6E2E6BCC}"/>
          </ac:spMkLst>
        </pc:spChg>
        <pc:spChg chg="add del mod">
          <ac:chgData name="Ronak Agarwal" userId="524755ac557c1b43" providerId="LiveId" clId="{2D3943DB-DB84-51D8-A69F-9DDD7633D2C5}" dt="2026-07-16T22:57:13.955" v="3394"/>
          <ac:spMkLst>
            <pc:docMk/>
            <pc:sldMk cId="1970939634" sldId="259"/>
            <ac:spMk id="4" creationId="{22F0901B-A3D5-484C-3502-36171CDBBB70}"/>
          </ac:spMkLst>
        </pc:spChg>
      </pc:sldChg>
      <pc:sldChg chg="addSp modSp mod setBg">
        <pc:chgData name="Ronak Agarwal" userId="524755ac557c1b43" providerId="LiveId" clId="{2D3943DB-DB84-51D8-A69F-9DDD7633D2C5}" dt="2026-07-17T05:42:36.388" v="10311" actId="20577"/>
        <pc:sldMkLst>
          <pc:docMk/>
          <pc:sldMk cId="1215301115" sldId="262"/>
        </pc:sldMkLst>
        <pc:spChg chg="mod">
          <ac:chgData name="Ronak Agarwal" userId="524755ac557c1b43" providerId="LiveId" clId="{2D3943DB-DB84-51D8-A69F-9DDD7633D2C5}" dt="2026-07-17T05:26:04.517" v="10139" actId="26606"/>
          <ac:spMkLst>
            <pc:docMk/>
            <pc:sldMk cId="1215301115" sldId="262"/>
            <ac:spMk id="2" creationId="{AEAC1F5C-395E-A993-3471-A1FAADCD1B45}"/>
          </ac:spMkLst>
        </pc:spChg>
        <pc:spChg chg="mod">
          <ac:chgData name="Ronak Agarwal" userId="524755ac557c1b43" providerId="LiveId" clId="{2D3943DB-DB84-51D8-A69F-9DDD7633D2C5}" dt="2026-07-17T05:42:36.388" v="10311" actId="20577"/>
          <ac:spMkLst>
            <pc:docMk/>
            <pc:sldMk cId="1215301115" sldId="262"/>
            <ac:spMk id="3" creationId="{AD654225-AD16-23A8-96E9-F1843966EF2B}"/>
          </ac:spMkLst>
        </pc:spChg>
        <pc:spChg chg="add">
          <ac:chgData name="Ronak Agarwal" userId="524755ac557c1b43" providerId="LiveId" clId="{2D3943DB-DB84-51D8-A69F-9DDD7633D2C5}" dt="2026-07-17T05:26:04.517" v="10139" actId="26606"/>
          <ac:spMkLst>
            <pc:docMk/>
            <pc:sldMk cId="1215301115" sldId="262"/>
            <ac:spMk id="9" creationId="{5AA03EDC-7067-4DFF-B672-541D016AAAB8}"/>
          </ac:spMkLst>
        </pc:spChg>
        <pc:spChg chg="add">
          <ac:chgData name="Ronak Agarwal" userId="524755ac557c1b43" providerId="LiveId" clId="{2D3943DB-DB84-51D8-A69F-9DDD7633D2C5}" dt="2026-07-17T05:26:04.517" v="10139" actId="26606"/>
          <ac:spMkLst>
            <pc:docMk/>
            <pc:sldMk cId="1215301115" sldId="262"/>
            <ac:spMk id="11" creationId="{0EBF3E39-B0BE-496A-8604-9007470FFA3A}"/>
          </ac:spMkLst>
        </pc:spChg>
        <pc:picChg chg="add mod">
          <ac:chgData name="Ronak Agarwal" userId="524755ac557c1b43" providerId="LiveId" clId="{2D3943DB-DB84-51D8-A69F-9DDD7633D2C5}" dt="2026-07-17T05:28:48.126" v="10241" actId="14100"/>
          <ac:picMkLst>
            <pc:docMk/>
            <pc:sldMk cId="1215301115" sldId="262"/>
            <ac:picMk id="4" creationId="{E1CEBA22-717F-49F6-32D7-A494CA1E195E}"/>
          </ac:picMkLst>
        </pc:picChg>
      </pc:sldChg>
      <pc:sldChg chg="addSp delSp modSp mod setBg">
        <pc:chgData name="Ronak Agarwal" userId="524755ac557c1b43" providerId="LiveId" clId="{2D3943DB-DB84-51D8-A69F-9DDD7633D2C5}" dt="2026-07-17T05:11:32.418" v="9467" actId="1076"/>
        <pc:sldMkLst>
          <pc:docMk/>
          <pc:sldMk cId="2051666927" sldId="263"/>
        </pc:sldMkLst>
        <pc:spChg chg="mod">
          <ac:chgData name="Ronak Agarwal" userId="524755ac557c1b43" providerId="LiveId" clId="{2D3943DB-DB84-51D8-A69F-9DDD7633D2C5}" dt="2026-07-17T04:58:19.977" v="9395" actId="1076"/>
          <ac:spMkLst>
            <pc:docMk/>
            <pc:sldMk cId="2051666927" sldId="263"/>
            <ac:spMk id="2" creationId="{9EC0EF4B-1E96-513A-F657-C83E79BF96AF}"/>
          </ac:spMkLst>
        </pc:spChg>
        <pc:spChg chg="mod">
          <ac:chgData name="Ronak Agarwal" userId="524755ac557c1b43" providerId="LiveId" clId="{2D3943DB-DB84-51D8-A69F-9DDD7633D2C5}" dt="2026-07-17T05:11:32.418" v="9467" actId="1076"/>
          <ac:spMkLst>
            <pc:docMk/>
            <pc:sldMk cId="2051666927" sldId="263"/>
            <ac:spMk id="3" creationId="{0D00BBC5-E7CF-3FA2-1708-0F7A219FCD5A}"/>
          </ac:spMkLst>
        </pc:spChg>
        <pc:spChg chg="add del">
          <ac:chgData name="Ronak Agarwal" userId="524755ac557c1b43" providerId="LiveId" clId="{2D3943DB-DB84-51D8-A69F-9DDD7633D2C5}" dt="2026-07-17T04:57:34.776" v="9376" actId="26606"/>
          <ac:spMkLst>
            <pc:docMk/>
            <pc:sldMk cId="2051666927" sldId="263"/>
            <ac:spMk id="9" creationId="{09CFCDAF-46CE-4056-866C-5EE9122FDCAB}"/>
          </ac:spMkLst>
        </pc:spChg>
        <pc:spChg chg="add del">
          <ac:chgData name="Ronak Agarwal" userId="524755ac557c1b43" providerId="LiveId" clId="{2D3943DB-DB84-51D8-A69F-9DDD7633D2C5}" dt="2026-07-17T04:57:34.776" v="9376" actId="26606"/>
          <ac:spMkLst>
            <pc:docMk/>
            <pc:sldMk cId="2051666927" sldId="263"/>
            <ac:spMk id="11" creationId="{9F587EB1-1674-4B8B-88AD-2A81FFFB5F36}"/>
          </ac:spMkLst>
        </pc:spChg>
        <pc:spChg chg="add del">
          <ac:chgData name="Ronak Agarwal" userId="524755ac557c1b43" providerId="LiveId" clId="{2D3943DB-DB84-51D8-A69F-9DDD7633D2C5}" dt="2026-07-17T04:57:34.776" v="9376" actId="26606"/>
          <ac:spMkLst>
            <pc:docMk/>
            <pc:sldMk cId="2051666927" sldId="263"/>
            <ac:spMk id="15" creationId="{6CB927A4-E432-4310-9CD5-E89FF5063179}"/>
          </ac:spMkLst>
        </pc:spChg>
        <pc:spChg chg="add del">
          <ac:chgData name="Ronak Agarwal" userId="524755ac557c1b43" providerId="LiveId" clId="{2D3943DB-DB84-51D8-A69F-9DDD7633D2C5}" dt="2026-07-17T04:57:34.776" v="9376" actId="26606"/>
          <ac:spMkLst>
            <pc:docMk/>
            <pc:sldMk cId="2051666927" sldId="263"/>
            <ac:spMk id="17" creationId="{E3020543-B24B-4EC4-8FFC-8DD88EEA91A8}"/>
          </ac:spMkLst>
        </pc:spChg>
        <pc:spChg chg="add del">
          <ac:chgData name="Ronak Agarwal" userId="524755ac557c1b43" providerId="LiveId" clId="{2D3943DB-DB84-51D8-A69F-9DDD7633D2C5}" dt="2026-07-17T04:57:34.776" v="9376" actId="26606"/>
          <ac:spMkLst>
            <pc:docMk/>
            <pc:sldMk cId="2051666927" sldId="263"/>
            <ac:spMk id="19" creationId="{1453BF6C-B012-48B7-B4E8-6D7AC7C27D02}"/>
          </ac:spMkLst>
        </pc:spChg>
        <pc:spChg chg="add del">
          <ac:chgData name="Ronak Agarwal" userId="524755ac557c1b43" providerId="LiveId" clId="{2D3943DB-DB84-51D8-A69F-9DDD7633D2C5}" dt="2026-07-17T04:57:57.578" v="9382" actId="26606"/>
          <ac:spMkLst>
            <pc:docMk/>
            <pc:sldMk cId="2051666927" sldId="263"/>
            <ac:spMk id="21" creationId="{889D5D69-307E-4862-950C-1A7CC8A22B4A}"/>
          </ac:spMkLst>
        </pc:spChg>
        <pc:spChg chg="add del">
          <ac:chgData name="Ronak Agarwal" userId="524755ac557c1b43" providerId="LiveId" clId="{2D3943DB-DB84-51D8-A69F-9DDD7633D2C5}" dt="2026-07-17T04:57:57.578" v="9382" actId="26606"/>
          <ac:spMkLst>
            <pc:docMk/>
            <pc:sldMk cId="2051666927" sldId="263"/>
            <ac:spMk id="22" creationId="{2100E061-779B-4006-BC39-114A057A7178}"/>
          </ac:spMkLst>
        </pc:spChg>
        <pc:spChg chg="add">
          <ac:chgData name="Ronak Agarwal" userId="524755ac557c1b43" providerId="LiveId" clId="{2D3943DB-DB84-51D8-A69F-9DDD7633D2C5}" dt="2026-07-17T04:57:34.785" v="9377" actId="26606"/>
          <ac:spMkLst>
            <pc:docMk/>
            <pc:sldMk cId="2051666927" sldId="263"/>
            <ac:spMk id="25" creationId="{6CB927A4-E432-4310-9CD5-E89FF5063179}"/>
          </ac:spMkLst>
        </pc:spChg>
        <pc:spChg chg="add del">
          <ac:chgData name="Ronak Agarwal" userId="524755ac557c1b43" providerId="LiveId" clId="{2D3943DB-DB84-51D8-A69F-9DDD7633D2C5}" dt="2026-07-17T04:57:57.578" v="9382" actId="26606"/>
          <ac:spMkLst>
            <pc:docMk/>
            <pc:sldMk cId="2051666927" sldId="263"/>
            <ac:spMk id="26" creationId="{E3020543-B24B-4EC4-8FFC-8DD88EEA91A8}"/>
          </ac:spMkLst>
        </pc:spChg>
        <pc:spChg chg="add del">
          <ac:chgData name="Ronak Agarwal" userId="524755ac557c1b43" providerId="LiveId" clId="{2D3943DB-DB84-51D8-A69F-9DDD7633D2C5}" dt="2026-07-17T04:57:57.578" v="9382" actId="26606"/>
          <ac:spMkLst>
            <pc:docMk/>
            <pc:sldMk cId="2051666927" sldId="263"/>
            <ac:spMk id="27" creationId="{1453BF6C-B012-48B7-B4E8-6D7AC7C27D02}"/>
          </ac:spMkLst>
        </pc:spChg>
        <pc:spChg chg="add">
          <ac:chgData name="Ronak Agarwal" userId="524755ac557c1b43" providerId="LiveId" clId="{2D3943DB-DB84-51D8-A69F-9DDD7633D2C5}" dt="2026-07-17T04:57:57.578" v="9382" actId="26606"/>
          <ac:spMkLst>
            <pc:docMk/>
            <pc:sldMk cId="2051666927" sldId="263"/>
            <ac:spMk id="32" creationId="{9FD23DD8-78B0-4981-924E-BF00CCAA3BD5}"/>
          </ac:spMkLst>
        </pc:spChg>
        <pc:spChg chg="add">
          <ac:chgData name="Ronak Agarwal" userId="524755ac557c1b43" providerId="LiveId" clId="{2D3943DB-DB84-51D8-A69F-9DDD7633D2C5}" dt="2026-07-17T04:57:57.578" v="9382" actId="26606"/>
          <ac:spMkLst>
            <pc:docMk/>
            <pc:sldMk cId="2051666927" sldId="263"/>
            <ac:spMk id="34" creationId="{0FFE21DE-9F8D-4C6D-983A-68AFCC92945B}"/>
          </ac:spMkLst>
        </pc:spChg>
        <pc:spChg chg="add">
          <ac:chgData name="Ronak Agarwal" userId="524755ac557c1b43" providerId="LiveId" clId="{2D3943DB-DB84-51D8-A69F-9DDD7633D2C5}" dt="2026-07-17T04:57:57.578" v="9382" actId="26606"/>
          <ac:spMkLst>
            <pc:docMk/>
            <pc:sldMk cId="2051666927" sldId="263"/>
            <ac:spMk id="36" creationId="{6CB927A4-E432-4310-9CD5-E89FF5063179}"/>
          </ac:spMkLst>
        </pc:spChg>
        <pc:spChg chg="add">
          <ac:chgData name="Ronak Agarwal" userId="524755ac557c1b43" providerId="LiveId" clId="{2D3943DB-DB84-51D8-A69F-9DDD7633D2C5}" dt="2026-07-17T04:57:57.578" v="9382" actId="26606"/>
          <ac:spMkLst>
            <pc:docMk/>
            <pc:sldMk cId="2051666927" sldId="263"/>
            <ac:spMk id="40" creationId="{1453BF6C-B012-48B7-B4E8-6D7AC7C27D02}"/>
          </ac:spMkLst>
        </pc:spChg>
        <pc:picChg chg="add del">
          <ac:chgData name="Ronak Agarwal" userId="524755ac557c1b43" providerId="LiveId" clId="{2D3943DB-DB84-51D8-A69F-9DDD7633D2C5}" dt="2026-07-17T04:57:34.776" v="9376" actId="26606"/>
          <ac:picMkLst>
            <pc:docMk/>
            <pc:sldMk cId="2051666927" sldId="263"/>
            <ac:picMk id="5" creationId="{3028DAA1-3165-4B0E-1717-4AF8C97459E7}"/>
          </ac:picMkLst>
        </pc:picChg>
        <pc:picChg chg="add mod">
          <ac:chgData name="Ronak Agarwal" userId="524755ac557c1b43" providerId="LiveId" clId="{2D3943DB-DB84-51D8-A69F-9DDD7633D2C5}" dt="2026-07-17T04:58:08.810" v="9388" actId="1076"/>
          <ac:picMkLst>
            <pc:docMk/>
            <pc:sldMk cId="2051666927" sldId="263"/>
            <ac:picMk id="23" creationId="{9B8E4A38-F0FC-EEA2-F96A-00067170A3BF}"/>
          </ac:picMkLst>
        </pc:picChg>
        <pc:cxnChg chg="add del">
          <ac:chgData name="Ronak Agarwal" userId="524755ac557c1b43" providerId="LiveId" clId="{2D3943DB-DB84-51D8-A69F-9DDD7633D2C5}" dt="2026-07-17T04:57:34.776" v="9376" actId="26606"/>
          <ac:cxnSpMkLst>
            <pc:docMk/>
            <pc:sldMk cId="2051666927" sldId="263"/>
            <ac:cxnSpMk id="13" creationId="{C49DA8F6-BCC1-4447-B54C-57856834B94B}"/>
          </ac:cxnSpMkLst>
        </pc:cxnChg>
        <pc:cxnChg chg="add">
          <ac:chgData name="Ronak Agarwal" userId="524755ac557c1b43" providerId="LiveId" clId="{2D3943DB-DB84-51D8-A69F-9DDD7633D2C5}" dt="2026-07-17T04:57:34.785" v="9377" actId="26606"/>
          <ac:cxnSpMkLst>
            <pc:docMk/>
            <pc:sldMk cId="2051666927" sldId="263"/>
            <ac:cxnSpMk id="24" creationId="{C49DA8F6-BCC1-4447-B54C-57856834B94B}"/>
          </ac:cxnSpMkLst>
        </pc:cxnChg>
      </pc:sldChg>
      <pc:sldChg chg="addSp modSp mod ord setBg">
        <pc:chgData name="Ronak Agarwal" userId="524755ac557c1b43" providerId="LiveId" clId="{2D3943DB-DB84-51D8-A69F-9DDD7633D2C5}" dt="2026-07-17T18:57:10.511" v="10523" actId="20577"/>
        <pc:sldMkLst>
          <pc:docMk/>
          <pc:sldMk cId="164422492" sldId="264"/>
        </pc:sldMkLst>
        <pc:spChg chg="mod">
          <ac:chgData name="Ronak Agarwal" userId="524755ac557c1b43" providerId="LiveId" clId="{2D3943DB-DB84-51D8-A69F-9DDD7633D2C5}" dt="2026-07-17T05:21:03.844" v="9717" actId="403"/>
          <ac:spMkLst>
            <pc:docMk/>
            <pc:sldMk cId="164422492" sldId="264"/>
            <ac:spMk id="2" creationId="{E9F5DB3C-0F77-5FC9-EB0C-4CB99562AC1B}"/>
          </ac:spMkLst>
        </pc:spChg>
        <pc:spChg chg="mod">
          <ac:chgData name="Ronak Agarwal" userId="524755ac557c1b43" providerId="LiveId" clId="{2D3943DB-DB84-51D8-A69F-9DDD7633D2C5}" dt="2026-07-17T18:57:10.511" v="10523" actId="20577"/>
          <ac:spMkLst>
            <pc:docMk/>
            <pc:sldMk cId="164422492" sldId="264"/>
            <ac:spMk id="3" creationId="{A3B17C6E-C882-2187-49B0-9CF7A57C9302}"/>
          </ac:spMkLst>
        </pc:spChg>
        <pc:spChg chg="add">
          <ac:chgData name="Ronak Agarwal" userId="524755ac557c1b43" providerId="LiveId" clId="{2D3943DB-DB84-51D8-A69F-9DDD7633D2C5}" dt="2026-07-17T05:20:49.886" v="9709" actId="26606"/>
          <ac:spMkLst>
            <pc:docMk/>
            <pc:sldMk cId="164422492" sldId="264"/>
            <ac:spMk id="8" creationId="{4D5C4330-C44A-435E-8E7B-CF183E4CBA30}"/>
          </ac:spMkLst>
        </pc:spChg>
        <pc:spChg chg="add">
          <ac:chgData name="Ronak Agarwal" userId="524755ac557c1b43" providerId="LiveId" clId="{2D3943DB-DB84-51D8-A69F-9DDD7633D2C5}" dt="2026-07-17T05:20:49.886" v="9709" actId="26606"/>
          <ac:spMkLst>
            <pc:docMk/>
            <pc:sldMk cId="164422492" sldId="264"/>
            <ac:spMk id="10" creationId="{16B9FAF4-4B18-4D7E-AF38-5EDDA8A6A080}"/>
          </ac:spMkLst>
        </pc:spChg>
      </pc:sldChg>
      <pc:sldChg chg="addSp delSp modSp mod setBg">
        <pc:chgData name="Ronak Agarwal" userId="524755ac557c1b43" providerId="LiveId" clId="{2D3943DB-DB84-51D8-A69F-9DDD7633D2C5}" dt="2026-07-17T05:25:14.962" v="10129" actId="20577"/>
        <pc:sldMkLst>
          <pc:docMk/>
          <pc:sldMk cId="1371873764" sldId="265"/>
        </pc:sldMkLst>
        <pc:spChg chg="mod">
          <ac:chgData name="Ronak Agarwal" userId="524755ac557c1b43" providerId="LiveId" clId="{2D3943DB-DB84-51D8-A69F-9DDD7633D2C5}" dt="2026-07-17T05:25:14.962" v="10129" actId="20577"/>
          <ac:spMkLst>
            <pc:docMk/>
            <pc:sldMk cId="1371873764" sldId="265"/>
            <ac:spMk id="2" creationId="{7738B604-878E-3C12-883B-F423037608A9}"/>
          </ac:spMkLst>
        </pc:spChg>
        <pc:spChg chg="mod">
          <ac:chgData name="Ronak Agarwal" userId="524755ac557c1b43" providerId="LiveId" clId="{2D3943DB-DB84-51D8-A69F-9DDD7633D2C5}" dt="2026-07-17T05:24:57.085" v="10071" actId="1076"/>
          <ac:spMkLst>
            <pc:docMk/>
            <pc:sldMk cId="1371873764" sldId="265"/>
            <ac:spMk id="3" creationId="{5E7F11F4-1717-81AF-1FB2-B3E6ABA80523}"/>
          </ac:spMkLst>
        </pc:spChg>
        <pc:spChg chg="add del">
          <ac:chgData name="Ronak Agarwal" userId="524755ac557c1b43" providerId="LiveId" clId="{2D3943DB-DB84-51D8-A69F-9DDD7633D2C5}" dt="2026-07-17T05:24:31.362" v="10056" actId="26606"/>
          <ac:spMkLst>
            <pc:docMk/>
            <pc:sldMk cId="1371873764" sldId="265"/>
            <ac:spMk id="8" creationId="{A2679492-7988-4050-9056-542444452411}"/>
          </ac:spMkLst>
        </pc:spChg>
        <pc:spChg chg="add del">
          <ac:chgData name="Ronak Agarwal" userId="524755ac557c1b43" providerId="LiveId" clId="{2D3943DB-DB84-51D8-A69F-9DDD7633D2C5}" dt="2026-07-17T05:24:31.362" v="10056" actId="26606"/>
          <ac:spMkLst>
            <pc:docMk/>
            <pc:sldMk cId="1371873764" sldId="265"/>
            <ac:spMk id="10" creationId="{B091B163-7D61-4891-ABCF-5C13D9C418D0}"/>
          </ac:spMkLst>
        </pc:spChg>
        <pc:spChg chg="add">
          <ac:chgData name="Ronak Agarwal" userId="524755ac557c1b43" providerId="LiveId" clId="{2D3943DB-DB84-51D8-A69F-9DDD7633D2C5}" dt="2026-07-17T05:24:31.370" v="10057" actId="26606"/>
          <ac:spMkLst>
            <pc:docMk/>
            <pc:sldMk cId="1371873764" sldId="265"/>
            <ac:spMk id="16" creationId="{E3020543-B24B-4EC4-8FFC-8DD88EEA91A8}"/>
          </ac:spMkLst>
        </pc:spChg>
        <pc:spChg chg="add">
          <ac:chgData name="Ronak Agarwal" userId="524755ac557c1b43" providerId="LiveId" clId="{2D3943DB-DB84-51D8-A69F-9DDD7633D2C5}" dt="2026-07-17T05:24:31.370" v="10057" actId="26606"/>
          <ac:spMkLst>
            <pc:docMk/>
            <pc:sldMk cId="1371873764" sldId="265"/>
            <ac:spMk id="19" creationId="{327D73B4-9F5C-4A64-A179-51B9500CB8B5}"/>
          </ac:spMkLst>
        </pc:spChg>
        <pc:spChg chg="add">
          <ac:chgData name="Ronak Agarwal" userId="524755ac557c1b43" providerId="LiveId" clId="{2D3943DB-DB84-51D8-A69F-9DDD7633D2C5}" dt="2026-07-17T05:24:31.370" v="10057" actId="26606"/>
          <ac:spMkLst>
            <pc:docMk/>
            <pc:sldMk cId="1371873764" sldId="265"/>
            <ac:spMk id="20" creationId="{C1F06963-6374-4B48-844F-071A9BAAAE02}"/>
          </ac:spMkLst>
        </pc:spChg>
        <pc:spChg chg="add">
          <ac:chgData name="Ronak Agarwal" userId="524755ac557c1b43" providerId="LiveId" clId="{2D3943DB-DB84-51D8-A69F-9DDD7633D2C5}" dt="2026-07-17T05:24:31.370" v="10057" actId="26606"/>
          <ac:spMkLst>
            <pc:docMk/>
            <pc:sldMk cId="1371873764" sldId="265"/>
            <ac:spMk id="21" creationId="{6CB927A4-E432-4310-9CD5-E89FF5063179}"/>
          </ac:spMkLst>
        </pc:spChg>
        <pc:spChg chg="add">
          <ac:chgData name="Ronak Agarwal" userId="524755ac557c1b43" providerId="LiveId" clId="{2D3943DB-DB84-51D8-A69F-9DDD7633D2C5}" dt="2026-07-17T05:24:31.370" v="10057" actId="26606"/>
          <ac:spMkLst>
            <pc:docMk/>
            <pc:sldMk cId="1371873764" sldId="265"/>
            <ac:spMk id="22" creationId="{1453BF6C-B012-48B7-B4E8-6D7AC7C27D02}"/>
          </ac:spMkLst>
        </pc:spChg>
        <pc:grpChg chg="add del">
          <ac:chgData name="Ronak Agarwal" userId="524755ac557c1b43" providerId="LiveId" clId="{2D3943DB-DB84-51D8-A69F-9DDD7633D2C5}" dt="2026-07-17T05:24:31.362" v="10056" actId="26606"/>
          <ac:grpSpMkLst>
            <pc:docMk/>
            <pc:sldMk cId="1371873764" sldId="265"/>
            <ac:grpSpMk id="12" creationId="{0474DF76-993E-44DE-AFB0-C416182ACECF}"/>
          </ac:grpSpMkLst>
        </pc:grpChg>
        <pc:cxnChg chg="add del">
          <ac:chgData name="Ronak Agarwal" userId="524755ac557c1b43" providerId="LiveId" clId="{2D3943DB-DB84-51D8-A69F-9DDD7633D2C5}" dt="2026-07-17T05:24:31.362" v="10056" actId="26606"/>
          <ac:cxnSpMkLst>
            <pc:docMk/>
            <pc:sldMk cId="1371873764" sldId="265"/>
            <ac:cxnSpMk id="17" creationId="{C49DA8F6-BCC1-4447-B54C-57856834B94B}"/>
          </ac:cxnSpMkLst>
        </pc:cxnChg>
        <pc:cxnChg chg="add">
          <ac:chgData name="Ronak Agarwal" userId="524755ac557c1b43" providerId="LiveId" clId="{2D3943DB-DB84-51D8-A69F-9DDD7633D2C5}" dt="2026-07-17T05:24:31.370" v="10057" actId="26606"/>
          <ac:cxnSpMkLst>
            <pc:docMk/>
            <pc:sldMk cId="1371873764" sldId="265"/>
            <ac:cxnSpMk id="18" creationId="{C49DA8F6-BCC1-4447-B54C-57856834B94B}"/>
          </ac:cxnSpMkLst>
        </pc:cxnChg>
      </pc:sldChg>
      <pc:sldChg chg="addSp modSp mod setBg">
        <pc:chgData name="Ronak Agarwal" userId="524755ac557c1b43" providerId="LiveId" clId="{2D3943DB-DB84-51D8-A69F-9DDD7633D2C5}" dt="2026-07-17T05:17:08.790" v="9570" actId="403"/>
        <pc:sldMkLst>
          <pc:docMk/>
          <pc:sldMk cId="2689989531" sldId="266"/>
        </pc:sldMkLst>
        <pc:spChg chg="mod">
          <ac:chgData name="Ronak Agarwal" userId="524755ac557c1b43" providerId="LiveId" clId="{2D3943DB-DB84-51D8-A69F-9DDD7633D2C5}" dt="2026-07-17T05:16:41.388" v="9562" actId="1076"/>
          <ac:spMkLst>
            <pc:docMk/>
            <pc:sldMk cId="2689989531" sldId="266"/>
            <ac:spMk id="2" creationId="{7C0631F9-62BF-9625-B14D-6566982EE2D0}"/>
          </ac:spMkLst>
        </pc:spChg>
        <pc:spChg chg="mod">
          <ac:chgData name="Ronak Agarwal" userId="524755ac557c1b43" providerId="LiveId" clId="{2D3943DB-DB84-51D8-A69F-9DDD7633D2C5}" dt="2026-07-17T05:17:08.790" v="9570" actId="403"/>
          <ac:spMkLst>
            <pc:docMk/>
            <pc:sldMk cId="2689989531" sldId="266"/>
            <ac:spMk id="3" creationId="{09225556-882A-3B28-A56B-1452E1D1F7E8}"/>
          </ac:spMkLst>
        </pc:spChg>
        <pc:spChg chg="add">
          <ac:chgData name="Ronak Agarwal" userId="524755ac557c1b43" providerId="LiveId" clId="{2D3943DB-DB84-51D8-A69F-9DDD7633D2C5}" dt="2026-07-17T05:15:57.988" v="9545" actId="26606"/>
          <ac:spMkLst>
            <pc:docMk/>
            <pc:sldMk cId="2689989531" sldId="266"/>
            <ac:spMk id="8" creationId="{E38F5530-DA31-4B62-8DF9-56A1A3B6B614}"/>
          </ac:spMkLst>
        </pc:spChg>
        <pc:spChg chg="add">
          <ac:chgData name="Ronak Agarwal" userId="524755ac557c1b43" providerId="LiveId" clId="{2D3943DB-DB84-51D8-A69F-9DDD7633D2C5}" dt="2026-07-17T05:15:57.988" v="9545" actId="26606"/>
          <ac:spMkLst>
            <pc:docMk/>
            <pc:sldMk cId="2689989531" sldId="266"/>
            <ac:spMk id="10" creationId="{4AEFAF95-013F-4375-AAF4-033AC93F5550}"/>
          </ac:spMkLst>
        </pc:spChg>
        <pc:spChg chg="add">
          <ac:chgData name="Ronak Agarwal" userId="524755ac557c1b43" providerId="LiveId" clId="{2D3943DB-DB84-51D8-A69F-9DDD7633D2C5}" dt="2026-07-17T05:15:57.988" v="9545" actId="26606"/>
          <ac:spMkLst>
            <pc:docMk/>
            <pc:sldMk cId="2689989531" sldId="266"/>
            <ac:spMk id="20" creationId="{FBB336D1-2562-4680-B29B-E22C603C0ED9}"/>
          </ac:spMkLst>
        </pc:spChg>
        <pc:spChg chg="add">
          <ac:chgData name="Ronak Agarwal" userId="524755ac557c1b43" providerId="LiveId" clId="{2D3943DB-DB84-51D8-A69F-9DDD7633D2C5}" dt="2026-07-17T05:15:57.988" v="9545" actId="26606"/>
          <ac:spMkLst>
            <pc:docMk/>
            <pc:sldMk cId="2689989531" sldId="266"/>
            <ac:spMk id="28" creationId="{B4806F9C-3233-4FC3-B300-D5AA58A5CD8F}"/>
          </ac:spMkLst>
        </pc:spChg>
        <pc:grpChg chg="add">
          <ac:chgData name="Ronak Agarwal" userId="524755ac557c1b43" providerId="LiveId" clId="{2D3943DB-DB84-51D8-A69F-9DDD7633D2C5}" dt="2026-07-17T05:15:57.988" v="9545" actId="26606"/>
          <ac:grpSpMkLst>
            <pc:docMk/>
            <pc:sldMk cId="2689989531" sldId="266"/>
            <ac:grpSpMk id="12" creationId="{68735E28-7236-42D8-A5E1-A0F302FE879A}"/>
          </ac:grpSpMkLst>
        </pc:grpChg>
        <pc:grpChg chg="add">
          <ac:chgData name="Ronak Agarwal" userId="524755ac557c1b43" providerId="LiveId" clId="{2D3943DB-DB84-51D8-A69F-9DDD7633D2C5}" dt="2026-07-17T05:15:57.988" v="9545" actId="26606"/>
          <ac:grpSpMkLst>
            <pc:docMk/>
            <pc:sldMk cId="2689989531" sldId="266"/>
            <ac:grpSpMk id="22" creationId="{9EED3885-4010-4FBE-A045-DC59CAE78290}"/>
          </ac:grpSpMkLst>
        </pc:grpChg>
        <pc:grpChg chg="add">
          <ac:chgData name="Ronak Agarwal" userId="524755ac557c1b43" providerId="LiveId" clId="{2D3943DB-DB84-51D8-A69F-9DDD7633D2C5}" dt="2026-07-17T05:15:57.988" v="9545" actId="26606"/>
          <ac:grpSpMkLst>
            <pc:docMk/>
            <pc:sldMk cId="2689989531" sldId="266"/>
            <ac:grpSpMk id="30" creationId="{70E3F9FC-BB7B-433D-8A4F-1BCFA582E019}"/>
          </ac:grpSpMkLst>
        </pc:grpChg>
      </pc:sldChg>
      <pc:sldChg chg="modSp new del mod ord">
        <pc:chgData name="Ronak Agarwal" userId="524755ac557c1b43" providerId="LiveId" clId="{2D3943DB-DB84-51D8-A69F-9DDD7633D2C5}" dt="2026-07-16T23:40:01.772" v="6067" actId="2696"/>
        <pc:sldMkLst>
          <pc:docMk/>
          <pc:sldMk cId="2732535104" sldId="267"/>
        </pc:sldMkLst>
        <pc:spChg chg="mod">
          <ac:chgData name="Ronak Agarwal" userId="524755ac557c1b43" providerId="LiveId" clId="{2D3943DB-DB84-51D8-A69F-9DDD7633D2C5}" dt="2026-07-16T22:59:22.968" v="3552" actId="20577"/>
          <ac:spMkLst>
            <pc:docMk/>
            <pc:sldMk cId="2732535104" sldId="267"/>
            <ac:spMk id="2" creationId="{FDEE9D83-8BA9-611E-FF70-21BCAC57576D}"/>
          </ac:spMkLst>
        </pc:spChg>
        <pc:spChg chg="mod">
          <ac:chgData name="Ronak Agarwal" userId="524755ac557c1b43" providerId="LiveId" clId="{2D3943DB-DB84-51D8-A69F-9DDD7633D2C5}" dt="2026-07-16T20:48:00.835" v="119" actId="20577"/>
          <ac:spMkLst>
            <pc:docMk/>
            <pc:sldMk cId="2732535104" sldId="267"/>
            <ac:spMk id="3" creationId="{0B9D39E0-8523-39AE-AE2A-F1A504A78350}"/>
          </ac:spMkLst>
        </pc:spChg>
      </pc:sldChg>
      <pc:sldChg chg="addSp modSp new mod setBg">
        <pc:chgData name="Ronak Agarwal" userId="524755ac557c1b43" providerId="LiveId" clId="{2D3943DB-DB84-51D8-A69F-9DDD7633D2C5}" dt="2026-07-17T04:53:45.001" v="9368" actId="14861"/>
        <pc:sldMkLst>
          <pc:docMk/>
          <pc:sldMk cId="1103070831" sldId="268"/>
        </pc:sldMkLst>
        <pc:spChg chg="mod">
          <ac:chgData name="Ronak Agarwal" userId="524755ac557c1b43" providerId="LiveId" clId="{2D3943DB-DB84-51D8-A69F-9DDD7633D2C5}" dt="2026-07-17T04:52:43.881" v="8659" actId="26606"/>
          <ac:spMkLst>
            <pc:docMk/>
            <pc:sldMk cId="1103070831" sldId="268"/>
            <ac:spMk id="2" creationId="{7971A0E3-F44D-50AA-BAB9-49170C216550}"/>
          </ac:spMkLst>
        </pc:spChg>
        <pc:spChg chg="mod">
          <ac:chgData name="Ronak Agarwal" userId="524755ac557c1b43" providerId="LiveId" clId="{2D3943DB-DB84-51D8-A69F-9DDD7633D2C5}" dt="2026-07-17T04:52:55.941" v="8671" actId="207"/>
          <ac:spMkLst>
            <pc:docMk/>
            <pc:sldMk cId="1103070831" sldId="268"/>
            <ac:spMk id="3" creationId="{7C69A371-108B-AA91-12FF-58C4BBD454C7}"/>
          </ac:spMkLst>
        </pc:spChg>
        <pc:spChg chg="add">
          <ac:chgData name="Ronak Agarwal" userId="524755ac557c1b43" providerId="LiveId" clId="{2D3943DB-DB84-51D8-A69F-9DDD7633D2C5}" dt="2026-07-17T04:52:43.881" v="8659" actId="26606"/>
          <ac:spMkLst>
            <pc:docMk/>
            <pc:sldMk cId="1103070831" sldId="268"/>
            <ac:spMk id="9" creationId="{09CFCDAF-46CE-4056-866C-5EE9122FDCAB}"/>
          </ac:spMkLst>
        </pc:spChg>
        <pc:spChg chg="add">
          <ac:chgData name="Ronak Agarwal" userId="524755ac557c1b43" providerId="LiveId" clId="{2D3943DB-DB84-51D8-A69F-9DDD7633D2C5}" dt="2026-07-17T04:52:43.881" v="8659" actId="26606"/>
          <ac:spMkLst>
            <pc:docMk/>
            <pc:sldMk cId="1103070831" sldId="268"/>
            <ac:spMk id="11" creationId="{9F587EB1-1674-4B8B-88AD-2A81FFFB5F36}"/>
          </ac:spMkLst>
        </pc:spChg>
        <pc:spChg chg="add">
          <ac:chgData name="Ronak Agarwal" userId="524755ac557c1b43" providerId="LiveId" clId="{2D3943DB-DB84-51D8-A69F-9DDD7633D2C5}" dt="2026-07-17T04:52:43.881" v="8659" actId="26606"/>
          <ac:spMkLst>
            <pc:docMk/>
            <pc:sldMk cId="1103070831" sldId="268"/>
            <ac:spMk id="15" creationId="{6CB927A4-E432-4310-9CD5-E89FF5063179}"/>
          </ac:spMkLst>
        </pc:spChg>
        <pc:spChg chg="add">
          <ac:chgData name="Ronak Agarwal" userId="524755ac557c1b43" providerId="LiveId" clId="{2D3943DB-DB84-51D8-A69F-9DDD7633D2C5}" dt="2026-07-17T04:52:43.881" v="8659" actId="26606"/>
          <ac:spMkLst>
            <pc:docMk/>
            <pc:sldMk cId="1103070831" sldId="268"/>
            <ac:spMk id="17" creationId="{E3020543-B24B-4EC4-8FFC-8DD88EEA91A8}"/>
          </ac:spMkLst>
        </pc:spChg>
        <pc:spChg chg="add">
          <ac:chgData name="Ronak Agarwal" userId="524755ac557c1b43" providerId="LiveId" clId="{2D3943DB-DB84-51D8-A69F-9DDD7633D2C5}" dt="2026-07-17T04:52:43.881" v="8659" actId="26606"/>
          <ac:spMkLst>
            <pc:docMk/>
            <pc:sldMk cId="1103070831" sldId="268"/>
            <ac:spMk id="19" creationId="{1453BF6C-B012-48B7-B4E8-6D7AC7C27D02}"/>
          </ac:spMkLst>
        </pc:spChg>
        <pc:picChg chg="add mod">
          <ac:chgData name="Ronak Agarwal" userId="524755ac557c1b43" providerId="LiveId" clId="{2D3943DB-DB84-51D8-A69F-9DDD7633D2C5}" dt="2026-07-17T04:53:45.001" v="9368" actId="14861"/>
          <ac:picMkLst>
            <pc:docMk/>
            <pc:sldMk cId="1103070831" sldId="268"/>
            <ac:picMk id="5" creationId="{FC08E3AA-BF0C-99E0-F8E7-30819177A8DA}"/>
          </ac:picMkLst>
        </pc:picChg>
        <pc:cxnChg chg="add">
          <ac:chgData name="Ronak Agarwal" userId="524755ac557c1b43" providerId="LiveId" clId="{2D3943DB-DB84-51D8-A69F-9DDD7633D2C5}" dt="2026-07-17T04:52:43.881" v="8659" actId="26606"/>
          <ac:cxnSpMkLst>
            <pc:docMk/>
            <pc:sldMk cId="1103070831" sldId="268"/>
            <ac:cxnSpMk id="13" creationId="{C49DA8F6-BCC1-4447-B54C-57856834B94B}"/>
          </ac:cxnSpMkLst>
        </pc:cxnChg>
      </pc:sldChg>
      <pc:sldChg chg="modSp new del mod">
        <pc:chgData name="Ronak Agarwal" userId="524755ac557c1b43" providerId="LiveId" clId="{2D3943DB-DB84-51D8-A69F-9DDD7633D2C5}" dt="2026-07-16T23:01:32.785" v="3731" actId="2696"/>
        <pc:sldMkLst>
          <pc:docMk/>
          <pc:sldMk cId="1112000355" sldId="269"/>
        </pc:sldMkLst>
        <pc:spChg chg="mod">
          <ac:chgData name="Ronak Agarwal" userId="524755ac557c1b43" providerId="LiveId" clId="{2D3943DB-DB84-51D8-A69F-9DDD7633D2C5}" dt="2026-07-16T22:50:34.605" v="2105" actId="20577"/>
          <ac:spMkLst>
            <pc:docMk/>
            <pc:sldMk cId="1112000355" sldId="269"/>
            <ac:spMk id="2" creationId="{D878ACD6-52A5-AF64-DF89-77228BBD10A1}"/>
          </ac:spMkLst>
        </pc:spChg>
        <pc:spChg chg="mod">
          <ac:chgData name="Ronak Agarwal" userId="524755ac557c1b43" providerId="LiveId" clId="{2D3943DB-DB84-51D8-A69F-9DDD7633D2C5}" dt="2026-07-16T23:00:30.034" v="3703" actId="21"/>
          <ac:spMkLst>
            <pc:docMk/>
            <pc:sldMk cId="1112000355" sldId="269"/>
            <ac:spMk id="3" creationId="{02C734C4-F2B0-D776-690E-22BDA0921B6E}"/>
          </ac:spMkLst>
        </pc:spChg>
      </pc:sldChg>
      <pc:sldChg chg="modSp new del mod">
        <pc:chgData name="Ronak Agarwal" userId="524755ac557c1b43" providerId="LiveId" clId="{2D3943DB-DB84-51D8-A69F-9DDD7633D2C5}" dt="2026-07-16T22:41:05.896" v="1301" actId="2696"/>
        <pc:sldMkLst>
          <pc:docMk/>
          <pc:sldMk cId="1761340129" sldId="269"/>
        </pc:sldMkLst>
        <pc:spChg chg="mod">
          <ac:chgData name="Ronak Agarwal" userId="524755ac557c1b43" providerId="LiveId" clId="{2D3943DB-DB84-51D8-A69F-9DDD7633D2C5}" dt="2026-07-16T22:39:58.916" v="1300" actId="20577"/>
          <ac:spMkLst>
            <pc:docMk/>
            <pc:sldMk cId="1761340129" sldId="269"/>
            <ac:spMk id="2" creationId="{0CC3EF8F-AD1F-AC8B-5520-BC8B3D68C456}"/>
          </ac:spMkLst>
        </pc:spChg>
      </pc:sldChg>
      <pc:sldChg chg="addSp modSp new mod setBg">
        <pc:chgData name="Ronak Agarwal" userId="524755ac557c1b43" providerId="LiveId" clId="{2D3943DB-DB84-51D8-A69F-9DDD7633D2C5}" dt="2026-07-17T05:41:44.932" v="10305" actId="20577"/>
        <pc:sldMkLst>
          <pc:docMk/>
          <pc:sldMk cId="599303227" sldId="270"/>
        </pc:sldMkLst>
        <pc:spChg chg="mod">
          <ac:chgData name="Ronak Agarwal" userId="524755ac557c1b43" providerId="LiveId" clId="{2D3943DB-DB84-51D8-A69F-9DDD7633D2C5}" dt="2026-07-17T05:13:02.745" v="9495" actId="26606"/>
          <ac:spMkLst>
            <pc:docMk/>
            <pc:sldMk cId="599303227" sldId="270"/>
            <ac:spMk id="2" creationId="{56F21EAD-D673-0E28-A3A3-C6442A622160}"/>
          </ac:spMkLst>
        </pc:spChg>
        <pc:spChg chg="mod">
          <ac:chgData name="Ronak Agarwal" userId="524755ac557c1b43" providerId="LiveId" clId="{2D3943DB-DB84-51D8-A69F-9DDD7633D2C5}" dt="2026-07-17T05:41:44.932" v="10305" actId="20577"/>
          <ac:spMkLst>
            <pc:docMk/>
            <pc:sldMk cId="599303227" sldId="270"/>
            <ac:spMk id="3" creationId="{BC6D9AC1-9C27-D5F7-2D8F-35304CC72654}"/>
          </ac:spMkLst>
        </pc:spChg>
        <pc:spChg chg="add">
          <ac:chgData name="Ronak Agarwal" userId="524755ac557c1b43" providerId="LiveId" clId="{2D3943DB-DB84-51D8-A69F-9DDD7633D2C5}" dt="2026-07-17T05:13:02.745" v="9495" actId="26606"/>
          <ac:spMkLst>
            <pc:docMk/>
            <pc:sldMk cId="599303227" sldId="270"/>
            <ac:spMk id="8" creationId="{09588DA8-065E-4F6F-8EFD-43104AB2E0CF}"/>
          </ac:spMkLst>
        </pc:spChg>
        <pc:spChg chg="add">
          <ac:chgData name="Ronak Agarwal" userId="524755ac557c1b43" providerId="LiveId" clId="{2D3943DB-DB84-51D8-A69F-9DDD7633D2C5}" dt="2026-07-17T05:13:02.745" v="9495" actId="26606"/>
          <ac:spMkLst>
            <pc:docMk/>
            <pc:sldMk cId="599303227" sldId="270"/>
            <ac:spMk id="10" creationId="{C4285719-470E-454C-AF62-8323075F1F5B}"/>
          </ac:spMkLst>
        </pc:spChg>
        <pc:spChg chg="add">
          <ac:chgData name="Ronak Agarwal" userId="524755ac557c1b43" providerId="LiveId" clId="{2D3943DB-DB84-51D8-A69F-9DDD7633D2C5}" dt="2026-07-17T05:13:02.745" v="9495" actId="26606"/>
          <ac:spMkLst>
            <pc:docMk/>
            <pc:sldMk cId="599303227" sldId="270"/>
            <ac:spMk id="12" creationId="{CD9FE4EF-C4D8-49A0-B2FF-81D8DB7D8A24}"/>
          </ac:spMkLst>
        </pc:spChg>
        <pc:spChg chg="add">
          <ac:chgData name="Ronak Agarwal" userId="524755ac557c1b43" providerId="LiveId" clId="{2D3943DB-DB84-51D8-A69F-9DDD7633D2C5}" dt="2026-07-17T05:13:02.745" v="9495" actId="26606"/>
          <ac:spMkLst>
            <pc:docMk/>
            <pc:sldMk cId="599303227" sldId="270"/>
            <ac:spMk id="14" creationId="{4300840D-0A0B-4512-BACA-B439D5B9C57C}"/>
          </ac:spMkLst>
        </pc:spChg>
        <pc:spChg chg="add">
          <ac:chgData name="Ronak Agarwal" userId="524755ac557c1b43" providerId="LiveId" clId="{2D3943DB-DB84-51D8-A69F-9DDD7633D2C5}" dt="2026-07-17T05:13:02.745" v="9495" actId="26606"/>
          <ac:spMkLst>
            <pc:docMk/>
            <pc:sldMk cId="599303227" sldId="270"/>
            <ac:spMk id="16" creationId="{D2B78728-A580-49A7-84F9-6EF6F583ADE0}"/>
          </ac:spMkLst>
        </pc:spChg>
        <pc:spChg chg="add">
          <ac:chgData name="Ronak Agarwal" userId="524755ac557c1b43" providerId="LiveId" clId="{2D3943DB-DB84-51D8-A69F-9DDD7633D2C5}" dt="2026-07-17T05:13:02.745" v="9495" actId="26606"/>
          <ac:spMkLst>
            <pc:docMk/>
            <pc:sldMk cId="599303227" sldId="270"/>
            <ac:spMk id="18" creationId="{38FAA1A1-D861-433F-88FA-1E9D6FD31D11}"/>
          </ac:spMkLst>
        </pc:spChg>
        <pc:spChg chg="add">
          <ac:chgData name="Ronak Agarwal" userId="524755ac557c1b43" providerId="LiveId" clId="{2D3943DB-DB84-51D8-A69F-9DDD7633D2C5}" dt="2026-07-17T05:13:02.745" v="9495" actId="26606"/>
          <ac:spMkLst>
            <pc:docMk/>
            <pc:sldMk cId="599303227" sldId="270"/>
            <ac:spMk id="20" creationId="{8D71EDA1-87BF-4D5D-AB79-F346FD19278A}"/>
          </ac:spMkLst>
        </pc:spChg>
      </pc:sldChg>
      <pc:sldChg chg="addSp modSp new mod setBg">
        <pc:chgData name="Ronak Agarwal" userId="524755ac557c1b43" providerId="LiveId" clId="{2D3943DB-DB84-51D8-A69F-9DDD7633D2C5}" dt="2026-07-17T05:15:40.201" v="9544" actId="1076"/>
        <pc:sldMkLst>
          <pc:docMk/>
          <pc:sldMk cId="2376546626" sldId="271"/>
        </pc:sldMkLst>
        <pc:spChg chg="mod">
          <ac:chgData name="Ronak Agarwal" userId="524755ac557c1b43" providerId="LiveId" clId="{2D3943DB-DB84-51D8-A69F-9DDD7633D2C5}" dt="2026-07-17T05:13:18.333" v="9496" actId="26606"/>
          <ac:spMkLst>
            <pc:docMk/>
            <pc:sldMk cId="2376546626" sldId="271"/>
            <ac:spMk id="2" creationId="{15A48FA1-93EF-F9E1-BB37-D0CDEEBA717F}"/>
          </ac:spMkLst>
        </pc:spChg>
        <pc:spChg chg="mod">
          <ac:chgData name="Ronak Agarwal" userId="524755ac557c1b43" providerId="LiveId" clId="{2D3943DB-DB84-51D8-A69F-9DDD7633D2C5}" dt="2026-07-17T05:15:40.201" v="9544" actId="1076"/>
          <ac:spMkLst>
            <pc:docMk/>
            <pc:sldMk cId="2376546626" sldId="271"/>
            <ac:spMk id="3" creationId="{6A177F7F-77E6-F91C-22E8-D493260DF699}"/>
          </ac:spMkLst>
        </pc:spChg>
        <pc:spChg chg="add">
          <ac:chgData name="Ronak Agarwal" userId="524755ac557c1b43" providerId="LiveId" clId="{2D3943DB-DB84-51D8-A69F-9DDD7633D2C5}" dt="2026-07-17T05:13:18.333" v="9496" actId="26606"/>
          <ac:spMkLst>
            <pc:docMk/>
            <pc:sldMk cId="2376546626" sldId="271"/>
            <ac:spMk id="8" creationId="{09588DA8-065E-4F6F-8EFD-43104AB2E0CF}"/>
          </ac:spMkLst>
        </pc:spChg>
        <pc:spChg chg="add">
          <ac:chgData name="Ronak Agarwal" userId="524755ac557c1b43" providerId="LiveId" clId="{2D3943DB-DB84-51D8-A69F-9DDD7633D2C5}" dt="2026-07-17T05:13:18.333" v="9496" actId="26606"/>
          <ac:spMkLst>
            <pc:docMk/>
            <pc:sldMk cId="2376546626" sldId="271"/>
            <ac:spMk id="10" creationId="{C4285719-470E-454C-AF62-8323075F1F5B}"/>
          </ac:spMkLst>
        </pc:spChg>
        <pc:spChg chg="add">
          <ac:chgData name="Ronak Agarwal" userId="524755ac557c1b43" providerId="LiveId" clId="{2D3943DB-DB84-51D8-A69F-9DDD7633D2C5}" dt="2026-07-17T05:13:18.333" v="9496" actId="26606"/>
          <ac:spMkLst>
            <pc:docMk/>
            <pc:sldMk cId="2376546626" sldId="271"/>
            <ac:spMk id="12" creationId="{CD9FE4EF-C4D8-49A0-B2FF-81D8DB7D8A24}"/>
          </ac:spMkLst>
        </pc:spChg>
        <pc:spChg chg="add">
          <ac:chgData name="Ronak Agarwal" userId="524755ac557c1b43" providerId="LiveId" clId="{2D3943DB-DB84-51D8-A69F-9DDD7633D2C5}" dt="2026-07-17T05:13:18.333" v="9496" actId="26606"/>
          <ac:spMkLst>
            <pc:docMk/>
            <pc:sldMk cId="2376546626" sldId="271"/>
            <ac:spMk id="14" creationId="{4300840D-0A0B-4512-BACA-B439D5B9C57C}"/>
          </ac:spMkLst>
        </pc:spChg>
        <pc:spChg chg="add">
          <ac:chgData name="Ronak Agarwal" userId="524755ac557c1b43" providerId="LiveId" clId="{2D3943DB-DB84-51D8-A69F-9DDD7633D2C5}" dt="2026-07-17T05:13:18.333" v="9496" actId="26606"/>
          <ac:spMkLst>
            <pc:docMk/>
            <pc:sldMk cId="2376546626" sldId="271"/>
            <ac:spMk id="16" creationId="{D2B78728-A580-49A7-84F9-6EF6F583ADE0}"/>
          </ac:spMkLst>
        </pc:spChg>
        <pc:spChg chg="add">
          <ac:chgData name="Ronak Agarwal" userId="524755ac557c1b43" providerId="LiveId" clId="{2D3943DB-DB84-51D8-A69F-9DDD7633D2C5}" dt="2026-07-17T05:13:18.333" v="9496" actId="26606"/>
          <ac:spMkLst>
            <pc:docMk/>
            <pc:sldMk cId="2376546626" sldId="271"/>
            <ac:spMk id="18" creationId="{38FAA1A1-D861-433F-88FA-1E9D6FD31D11}"/>
          </ac:spMkLst>
        </pc:spChg>
        <pc:spChg chg="add">
          <ac:chgData name="Ronak Agarwal" userId="524755ac557c1b43" providerId="LiveId" clId="{2D3943DB-DB84-51D8-A69F-9DDD7633D2C5}" dt="2026-07-17T05:13:18.333" v="9496" actId="26606"/>
          <ac:spMkLst>
            <pc:docMk/>
            <pc:sldMk cId="2376546626" sldId="271"/>
            <ac:spMk id="20" creationId="{8D71EDA1-87BF-4D5D-AB79-F346FD19278A}"/>
          </ac:spMkLst>
        </pc:spChg>
      </pc:sldChg>
      <pc:sldChg chg="addSp delSp modSp new mod">
        <pc:chgData name="Ronak Agarwal" userId="524755ac557c1b43" providerId="LiveId" clId="{2D3943DB-DB84-51D8-A69F-9DDD7633D2C5}" dt="2026-07-17T05:12:39.161" v="9494" actId="20577"/>
        <pc:sldMkLst>
          <pc:docMk/>
          <pc:sldMk cId="2942064226" sldId="272"/>
        </pc:sldMkLst>
        <pc:spChg chg="mod">
          <ac:chgData name="Ronak Agarwal" userId="524755ac557c1b43" providerId="LiveId" clId="{2D3943DB-DB84-51D8-A69F-9DDD7633D2C5}" dt="2026-07-16T22:52:38.697" v="2406" actId="20577"/>
          <ac:spMkLst>
            <pc:docMk/>
            <pc:sldMk cId="2942064226" sldId="272"/>
            <ac:spMk id="2" creationId="{F1AD039E-48A0-4D71-3AE5-309E9DD33F95}"/>
          </ac:spMkLst>
        </pc:spChg>
        <pc:spChg chg="del mod">
          <ac:chgData name="Ronak Agarwal" userId="524755ac557c1b43" providerId="LiveId" clId="{2D3943DB-DB84-51D8-A69F-9DDD7633D2C5}" dt="2026-07-17T05:11:52.190" v="9468" actId="26606"/>
          <ac:spMkLst>
            <pc:docMk/>
            <pc:sldMk cId="2942064226" sldId="272"/>
            <ac:spMk id="3" creationId="{33C45330-E6D4-22D4-897C-C48E70E055D2}"/>
          </ac:spMkLst>
        </pc:spChg>
        <pc:graphicFrameChg chg="add mod">
          <ac:chgData name="Ronak Agarwal" userId="524755ac557c1b43" providerId="LiveId" clId="{2D3943DB-DB84-51D8-A69F-9DDD7633D2C5}" dt="2026-07-17T05:12:39.161" v="9494" actId="20577"/>
          <ac:graphicFrameMkLst>
            <pc:docMk/>
            <pc:sldMk cId="2942064226" sldId="272"/>
            <ac:graphicFrameMk id="5" creationId="{56532342-6880-1E4A-7545-02715FA96925}"/>
          </ac:graphicFrameMkLst>
        </pc:graphicFrameChg>
      </pc:sldChg>
      <pc:sldChg chg="modSp new del mod">
        <pc:chgData name="Ronak Agarwal" userId="524755ac557c1b43" providerId="LiveId" clId="{2D3943DB-DB84-51D8-A69F-9DDD7633D2C5}" dt="2026-07-16T23:26:50.902" v="5115" actId="2696"/>
        <pc:sldMkLst>
          <pc:docMk/>
          <pc:sldMk cId="1427488103" sldId="273"/>
        </pc:sldMkLst>
        <pc:spChg chg="mod">
          <ac:chgData name="Ronak Agarwal" userId="524755ac557c1b43" providerId="LiveId" clId="{2D3943DB-DB84-51D8-A69F-9DDD7633D2C5}" dt="2026-07-16T23:20:24.603" v="4738" actId="20577"/>
          <ac:spMkLst>
            <pc:docMk/>
            <pc:sldMk cId="1427488103" sldId="273"/>
            <ac:spMk id="2" creationId="{39F2AA41-D1EC-81BA-B6A8-0A6C31DE2C85}"/>
          </ac:spMkLst>
        </pc:spChg>
        <pc:spChg chg="mod">
          <ac:chgData name="Ronak Agarwal" userId="524755ac557c1b43" providerId="LiveId" clId="{2D3943DB-DB84-51D8-A69F-9DDD7633D2C5}" dt="2026-07-16T23:26:49.289" v="5114" actId="20577"/>
          <ac:spMkLst>
            <pc:docMk/>
            <pc:sldMk cId="1427488103" sldId="273"/>
            <ac:spMk id="3" creationId="{20D8B4BC-4C43-CBFA-8C97-E992E1BB29C7}"/>
          </ac:spMkLst>
        </pc:spChg>
      </pc:sldChg>
      <pc:sldChg chg="modSp new mod">
        <pc:chgData name="Ronak Agarwal" userId="524755ac557c1b43" providerId="LiveId" clId="{2D3943DB-DB84-51D8-A69F-9DDD7633D2C5}" dt="2026-07-16T23:31:10.196" v="5940" actId="20577"/>
        <pc:sldMkLst>
          <pc:docMk/>
          <pc:sldMk cId="1896557184" sldId="273"/>
        </pc:sldMkLst>
        <pc:spChg chg="mod">
          <ac:chgData name="Ronak Agarwal" userId="524755ac557c1b43" providerId="LiveId" clId="{2D3943DB-DB84-51D8-A69F-9DDD7633D2C5}" dt="2026-07-16T23:31:10.196" v="5940" actId="20577"/>
          <ac:spMkLst>
            <pc:docMk/>
            <pc:sldMk cId="1896557184" sldId="273"/>
            <ac:spMk id="2" creationId="{1C6846BB-3C19-D205-7294-BE2E69834B7C}"/>
          </ac:spMkLst>
        </pc:spChg>
        <pc:spChg chg="mod">
          <ac:chgData name="Ronak Agarwal" userId="524755ac557c1b43" providerId="LiveId" clId="{2D3943DB-DB84-51D8-A69F-9DDD7633D2C5}" dt="2026-07-16T23:28:21.879" v="5310" actId="20577"/>
          <ac:spMkLst>
            <pc:docMk/>
            <pc:sldMk cId="1896557184" sldId="273"/>
            <ac:spMk id="3" creationId="{4109EF56-39BA-9566-6A13-1B1307EAE3AA}"/>
          </ac:spMkLst>
        </pc:spChg>
      </pc:sldChg>
      <pc:sldChg chg="addSp delSp modSp new mod">
        <pc:chgData name="Ronak Agarwal" userId="524755ac557c1b43" providerId="LiveId" clId="{2D3943DB-DB84-51D8-A69F-9DDD7633D2C5}" dt="2026-07-17T16:17:51.730" v="10522" actId="20577"/>
        <pc:sldMkLst>
          <pc:docMk/>
          <pc:sldMk cId="3064040986" sldId="274"/>
        </pc:sldMkLst>
        <pc:spChg chg="mod">
          <ac:chgData name="Ronak Agarwal" userId="524755ac557c1b43" providerId="LiveId" clId="{2D3943DB-DB84-51D8-A69F-9DDD7633D2C5}" dt="2026-07-16T23:42:27.184" v="6531" actId="20577"/>
          <ac:spMkLst>
            <pc:docMk/>
            <pc:sldMk cId="3064040986" sldId="274"/>
            <ac:spMk id="2" creationId="{2EA18512-E597-046F-A13B-6FD9C7099B40}"/>
          </ac:spMkLst>
        </pc:spChg>
        <pc:spChg chg="del mod">
          <ac:chgData name="Ronak Agarwal" userId="524755ac557c1b43" providerId="LiveId" clId="{2D3943DB-DB84-51D8-A69F-9DDD7633D2C5}" dt="2026-07-17T05:22:13.747" v="9791" actId="26606"/>
          <ac:spMkLst>
            <pc:docMk/>
            <pc:sldMk cId="3064040986" sldId="274"/>
            <ac:spMk id="3" creationId="{D4D08B29-0DB6-C32A-E4FD-461C58364584}"/>
          </ac:spMkLst>
        </pc:spChg>
        <pc:graphicFrameChg chg="add mod">
          <ac:chgData name="Ronak Agarwal" userId="524755ac557c1b43" providerId="LiveId" clId="{2D3943DB-DB84-51D8-A69F-9DDD7633D2C5}" dt="2026-07-17T16:17:51.730" v="10522" actId="20577"/>
          <ac:graphicFrameMkLst>
            <pc:docMk/>
            <pc:sldMk cId="3064040986" sldId="274"/>
            <ac:graphicFrameMk id="5" creationId="{ADEEE85B-890F-7E1E-8698-F9352CC5C1F0}"/>
          </ac:graphicFrameMkLst>
        </pc:graphicFrameChg>
      </pc:sldChg>
      <pc:sldChg chg="addSp delSp modSp new mod setBg">
        <pc:chgData name="Ronak Agarwal" userId="524755ac557c1b43" providerId="LiveId" clId="{2D3943DB-DB84-51D8-A69F-9DDD7633D2C5}" dt="2026-07-17T05:18:43.421" v="9581" actId="20577"/>
        <pc:sldMkLst>
          <pc:docMk/>
          <pc:sldMk cId="2336147385" sldId="275"/>
        </pc:sldMkLst>
        <pc:spChg chg="mod">
          <ac:chgData name="Ronak Agarwal" userId="524755ac557c1b43" providerId="LiveId" clId="{2D3943DB-DB84-51D8-A69F-9DDD7633D2C5}" dt="2026-07-17T05:18:33.340" v="9573" actId="26606"/>
          <ac:spMkLst>
            <pc:docMk/>
            <pc:sldMk cId="2336147385" sldId="275"/>
            <ac:spMk id="2" creationId="{64F871A9-C14A-1C34-47DC-C8C352300524}"/>
          </ac:spMkLst>
        </pc:spChg>
        <pc:spChg chg="mod">
          <ac:chgData name="Ronak Agarwal" userId="524755ac557c1b43" providerId="LiveId" clId="{2D3943DB-DB84-51D8-A69F-9DDD7633D2C5}" dt="2026-07-17T05:18:43.421" v="9581" actId="20577"/>
          <ac:spMkLst>
            <pc:docMk/>
            <pc:sldMk cId="2336147385" sldId="275"/>
            <ac:spMk id="3" creationId="{74AAC33F-B5A7-C914-9E04-F8B0EABA4D48}"/>
          </ac:spMkLst>
        </pc:spChg>
        <pc:spChg chg="add del">
          <ac:chgData name="Ronak Agarwal" userId="524755ac557c1b43" providerId="LiveId" clId="{2D3943DB-DB84-51D8-A69F-9DDD7633D2C5}" dt="2026-07-17T05:18:33.340" v="9573" actId="26606"/>
          <ac:spMkLst>
            <pc:docMk/>
            <pc:sldMk cId="2336147385" sldId="275"/>
            <ac:spMk id="8" creationId="{5112AC23-F046-4DC5-9B92-07CA6CC7C580}"/>
          </ac:spMkLst>
        </pc:spChg>
        <pc:spChg chg="add del">
          <ac:chgData name="Ronak Agarwal" userId="524755ac557c1b43" providerId="LiveId" clId="{2D3943DB-DB84-51D8-A69F-9DDD7633D2C5}" dt="2026-07-17T05:18:33.340" v="9573" actId="26606"/>
          <ac:spMkLst>
            <pc:docMk/>
            <pc:sldMk cId="2336147385" sldId="275"/>
            <ac:spMk id="10" creationId="{175AAFE7-143D-45AC-B616-09521E0F5597}"/>
          </ac:spMkLst>
        </pc:spChg>
        <pc:spChg chg="add del">
          <ac:chgData name="Ronak Agarwal" userId="524755ac557c1b43" providerId="LiveId" clId="{2D3943DB-DB84-51D8-A69F-9DDD7633D2C5}" dt="2026-07-17T05:18:33.340" v="9573" actId="26606"/>
          <ac:spMkLst>
            <pc:docMk/>
            <pc:sldMk cId="2336147385" sldId="275"/>
            <ac:spMk id="12" creationId="{0BA5DB72-E109-4D37-B6DD-C328D539705B}"/>
          </ac:spMkLst>
        </pc:spChg>
        <pc:spChg chg="add del">
          <ac:chgData name="Ronak Agarwal" userId="524755ac557c1b43" providerId="LiveId" clId="{2D3943DB-DB84-51D8-A69F-9DDD7633D2C5}" dt="2026-07-17T05:18:33.340" v="9573" actId="26606"/>
          <ac:spMkLst>
            <pc:docMk/>
            <pc:sldMk cId="2336147385" sldId="275"/>
            <ac:spMk id="22" creationId="{EB2D1A1F-B200-4444-AE01-EFC97AF7B51F}"/>
          </ac:spMkLst>
        </pc:spChg>
        <pc:spChg chg="add del">
          <ac:chgData name="Ronak Agarwal" userId="524755ac557c1b43" providerId="LiveId" clId="{2D3943DB-DB84-51D8-A69F-9DDD7633D2C5}" dt="2026-07-17T05:18:33.340" v="9573" actId="26606"/>
          <ac:spMkLst>
            <pc:docMk/>
            <pc:sldMk cId="2336147385" sldId="275"/>
            <ac:spMk id="36" creationId="{C8D9C5DD-B8B3-46A0-8FBC-EE462F96C4E5}"/>
          </ac:spMkLst>
        </pc:spChg>
        <pc:spChg chg="add">
          <ac:chgData name="Ronak Agarwal" userId="524755ac557c1b43" providerId="LiveId" clId="{2D3943DB-DB84-51D8-A69F-9DDD7633D2C5}" dt="2026-07-17T05:18:33.340" v="9573" actId="26606"/>
          <ac:spMkLst>
            <pc:docMk/>
            <pc:sldMk cId="2336147385" sldId="275"/>
            <ac:spMk id="43" creationId="{C1F06963-6374-4B48-844F-071A9BAAAE02}"/>
          </ac:spMkLst>
        </pc:spChg>
        <pc:spChg chg="add">
          <ac:chgData name="Ronak Agarwal" userId="524755ac557c1b43" providerId="LiveId" clId="{2D3943DB-DB84-51D8-A69F-9DDD7633D2C5}" dt="2026-07-17T05:18:33.340" v="9573" actId="26606"/>
          <ac:spMkLst>
            <pc:docMk/>
            <pc:sldMk cId="2336147385" sldId="275"/>
            <ac:spMk id="45" creationId="{6CB927A4-E432-4310-9CD5-E89FF5063179}"/>
          </ac:spMkLst>
        </pc:spChg>
        <pc:spChg chg="add">
          <ac:chgData name="Ronak Agarwal" userId="524755ac557c1b43" providerId="LiveId" clId="{2D3943DB-DB84-51D8-A69F-9DDD7633D2C5}" dt="2026-07-17T05:18:33.340" v="9573" actId="26606"/>
          <ac:spMkLst>
            <pc:docMk/>
            <pc:sldMk cId="2336147385" sldId="275"/>
            <ac:spMk id="47" creationId="{1453BF6C-B012-48B7-B4E8-6D7AC7C27D02}"/>
          </ac:spMkLst>
        </pc:spChg>
        <pc:spChg chg="add">
          <ac:chgData name="Ronak Agarwal" userId="524755ac557c1b43" providerId="LiveId" clId="{2D3943DB-DB84-51D8-A69F-9DDD7633D2C5}" dt="2026-07-17T05:18:33.340" v="9573" actId="26606"/>
          <ac:spMkLst>
            <pc:docMk/>
            <pc:sldMk cId="2336147385" sldId="275"/>
            <ac:spMk id="49" creationId="{E3020543-B24B-4EC4-8FFC-8DD88EEA91A8}"/>
          </ac:spMkLst>
        </pc:spChg>
        <pc:grpChg chg="add">
          <ac:chgData name="Ronak Agarwal" userId="524755ac557c1b43" providerId="LiveId" clId="{2D3943DB-DB84-51D8-A69F-9DDD7633D2C5}" dt="2026-07-17T05:17:58.342" v="9571" actId="26606"/>
          <ac:grpSpMkLst>
            <pc:docMk/>
            <pc:sldMk cId="2336147385" sldId="275"/>
            <ac:grpSpMk id="14" creationId="{7C34EE77-74D1-42B4-801B-40B35A68C127}"/>
          </ac:grpSpMkLst>
        </pc:grpChg>
        <pc:grpChg chg="add">
          <ac:chgData name="Ronak Agarwal" userId="524755ac557c1b43" providerId="LiveId" clId="{2D3943DB-DB84-51D8-A69F-9DDD7633D2C5}" dt="2026-07-17T05:17:58.342" v="9571" actId="26606"/>
          <ac:grpSpMkLst>
            <pc:docMk/>
            <pc:sldMk cId="2336147385" sldId="275"/>
            <ac:grpSpMk id="24" creationId="{70E4CB9D-2256-4786-8DDF-ADFBF3533745}"/>
          </ac:grpSpMkLst>
        </pc:grpChg>
        <pc:grpChg chg="add">
          <ac:chgData name="Ronak Agarwal" userId="524755ac557c1b43" providerId="LiveId" clId="{2D3943DB-DB84-51D8-A69F-9DDD7633D2C5}" dt="2026-07-17T05:17:58.342" v="9571" actId="26606"/>
          <ac:grpSpMkLst>
            <pc:docMk/>
            <pc:sldMk cId="2336147385" sldId="275"/>
            <ac:grpSpMk id="30" creationId="{568E6F37-AE05-46BF-A77F-5505926E92C6}"/>
          </ac:grpSpMkLst>
        </pc:grpChg>
      </pc:sldChg>
      <pc:sldChg chg="addSp modSp new mod setBg">
        <pc:chgData name="Ronak Agarwal" userId="524755ac557c1b43" providerId="LiveId" clId="{2D3943DB-DB84-51D8-A69F-9DDD7633D2C5}" dt="2026-07-17T05:42:11.362" v="10310" actId="1076"/>
        <pc:sldMkLst>
          <pc:docMk/>
          <pc:sldMk cId="523473793" sldId="276"/>
        </pc:sldMkLst>
        <pc:spChg chg="mod">
          <ac:chgData name="Ronak Agarwal" userId="524755ac557c1b43" providerId="LiveId" clId="{2D3943DB-DB84-51D8-A69F-9DDD7633D2C5}" dt="2026-07-17T05:42:10.554" v="10309" actId="1076"/>
          <ac:spMkLst>
            <pc:docMk/>
            <pc:sldMk cId="523473793" sldId="276"/>
            <ac:spMk id="2" creationId="{3D2DB2B9-1B41-E3D0-3BC6-EF6889BE6624}"/>
          </ac:spMkLst>
        </pc:spChg>
        <pc:spChg chg="mod">
          <ac:chgData name="Ronak Agarwal" userId="524755ac557c1b43" providerId="LiveId" clId="{2D3943DB-DB84-51D8-A69F-9DDD7633D2C5}" dt="2026-07-17T05:18:23.275" v="9572" actId="26606"/>
          <ac:spMkLst>
            <pc:docMk/>
            <pc:sldMk cId="523473793" sldId="276"/>
            <ac:spMk id="3" creationId="{1BBB47AE-2D88-26A6-D404-074B37906E31}"/>
          </ac:spMkLst>
        </pc:spChg>
        <pc:spChg chg="add">
          <ac:chgData name="Ronak Agarwal" userId="524755ac557c1b43" providerId="LiveId" clId="{2D3943DB-DB84-51D8-A69F-9DDD7633D2C5}" dt="2026-07-17T05:18:23.275" v="9572" actId="26606"/>
          <ac:spMkLst>
            <pc:docMk/>
            <pc:sldMk cId="523473793" sldId="276"/>
            <ac:spMk id="9" creationId="{09CFCDAF-46CE-4056-866C-5EE9122FDCAB}"/>
          </ac:spMkLst>
        </pc:spChg>
        <pc:spChg chg="add">
          <ac:chgData name="Ronak Agarwal" userId="524755ac557c1b43" providerId="LiveId" clId="{2D3943DB-DB84-51D8-A69F-9DDD7633D2C5}" dt="2026-07-17T05:18:23.275" v="9572" actId="26606"/>
          <ac:spMkLst>
            <pc:docMk/>
            <pc:sldMk cId="523473793" sldId="276"/>
            <ac:spMk id="11" creationId="{9F587EB1-1674-4B8B-88AD-2A81FFFB5F36}"/>
          </ac:spMkLst>
        </pc:spChg>
        <pc:spChg chg="add">
          <ac:chgData name="Ronak Agarwal" userId="524755ac557c1b43" providerId="LiveId" clId="{2D3943DB-DB84-51D8-A69F-9DDD7633D2C5}" dt="2026-07-17T05:18:23.275" v="9572" actId="26606"/>
          <ac:spMkLst>
            <pc:docMk/>
            <pc:sldMk cId="523473793" sldId="276"/>
            <ac:spMk id="15" creationId="{6CB927A4-E432-4310-9CD5-E89FF5063179}"/>
          </ac:spMkLst>
        </pc:spChg>
        <pc:spChg chg="add">
          <ac:chgData name="Ronak Agarwal" userId="524755ac557c1b43" providerId="LiveId" clId="{2D3943DB-DB84-51D8-A69F-9DDD7633D2C5}" dt="2026-07-17T05:18:23.275" v="9572" actId="26606"/>
          <ac:spMkLst>
            <pc:docMk/>
            <pc:sldMk cId="523473793" sldId="276"/>
            <ac:spMk id="17" creationId="{E3020543-B24B-4EC4-8FFC-8DD88EEA91A8}"/>
          </ac:spMkLst>
        </pc:spChg>
        <pc:spChg chg="add">
          <ac:chgData name="Ronak Agarwal" userId="524755ac557c1b43" providerId="LiveId" clId="{2D3943DB-DB84-51D8-A69F-9DDD7633D2C5}" dt="2026-07-17T05:18:23.275" v="9572" actId="26606"/>
          <ac:spMkLst>
            <pc:docMk/>
            <pc:sldMk cId="523473793" sldId="276"/>
            <ac:spMk id="19" creationId="{1453BF6C-B012-48B7-B4E8-6D7AC7C27D02}"/>
          </ac:spMkLst>
        </pc:spChg>
        <pc:picChg chg="add mod">
          <ac:chgData name="Ronak Agarwal" userId="524755ac557c1b43" providerId="LiveId" clId="{2D3943DB-DB84-51D8-A69F-9DDD7633D2C5}" dt="2026-07-17T05:42:11.362" v="10310" actId="1076"/>
          <ac:picMkLst>
            <pc:docMk/>
            <pc:sldMk cId="523473793" sldId="276"/>
            <ac:picMk id="5" creationId="{B84D7279-3FCE-E7E0-9E62-472529511E49}"/>
          </ac:picMkLst>
        </pc:picChg>
        <pc:cxnChg chg="add">
          <ac:chgData name="Ronak Agarwal" userId="524755ac557c1b43" providerId="LiveId" clId="{2D3943DB-DB84-51D8-A69F-9DDD7633D2C5}" dt="2026-07-17T05:18:23.275" v="9572" actId="26606"/>
          <ac:cxnSpMkLst>
            <pc:docMk/>
            <pc:sldMk cId="523473793" sldId="276"/>
            <ac:cxnSpMk id="13" creationId="{C49DA8F6-BCC1-4447-B54C-57856834B94B}"/>
          </ac:cxnSpMkLst>
        </pc:cxnChg>
      </pc:sldChg>
      <pc:sldChg chg="addSp delSp modSp new mod setBg">
        <pc:chgData name="Ronak Agarwal" userId="524755ac557c1b43" providerId="LiveId" clId="{2D3943DB-DB84-51D8-A69F-9DDD7633D2C5}" dt="2026-07-17T05:37:06.266" v="10296" actId="14100"/>
        <pc:sldMkLst>
          <pc:docMk/>
          <pc:sldMk cId="805842923" sldId="277"/>
        </pc:sldMkLst>
        <pc:spChg chg="mod">
          <ac:chgData name="Ronak Agarwal" userId="524755ac557c1b43" providerId="LiveId" clId="{2D3943DB-DB84-51D8-A69F-9DDD7633D2C5}" dt="2026-07-17T05:36:59.931" v="10293" actId="26606"/>
          <ac:spMkLst>
            <pc:docMk/>
            <pc:sldMk cId="805842923" sldId="277"/>
            <ac:spMk id="2" creationId="{7DB4061E-A357-3676-A598-2702DD7BEA87}"/>
          </ac:spMkLst>
        </pc:spChg>
        <pc:spChg chg="del">
          <ac:chgData name="Ronak Agarwal" userId="524755ac557c1b43" providerId="LiveId" clId="{2D3943DB-DB84-51D8-A69F-9DDD7633D2C5}" dt="2026-07-17T05:36:37.310" v="10260"/>
          <ac:spMkLst>
            <pc:docMk/>
            <pc:sldMk cId="805842923" sldId="277"/>
            <ac:spMk id="3" creationId="{56D9A12D-9FBE-9106-5447-322F01D35ACA}"/>
          </ac:spMkLst>
        </pc:spChg>
        <pc:spChg chg="add">
          <ac:chgData name="Ronak Agarwal" userId="524755ac557c1b43" providerId="LiveId" clId="{2D3943DB-DB84-51D8-A69F-9DDD7633D2C5}" dt="2026-07-17T05:36:59.931" v="10293" actId="26606"/>
          <ac:spMkLst>
            <pc:docMk/>
            <pc:sldMk cId="805842923" sldId="277"/>
            <ac:spMk id="9" creationId="{F0DCC097-1DB8-4B6D-85D0-6FBA0E1CA4BA}"/>
          </ac:spMkLst>
        </pc:spChg>
        <pc:spChg chg="add">
          <ac:chgData name="Ronak Agarwal" userId="524755ac557c1b43" providerId="LiveId" clId="{2D3943DB-DB84-51D8-A69F-9DDD7633D2C5}" dt="2026-07-17T05:36:59.931" v="10293" actId="26606"/>
          <ac:spMkLst>
            <pc:docMk/>
            <pc:sldMk cId="805842923" sldId="277"/>
            <ac:spMk id="11" creationId="{E0B58608-23C8-4441-994D-C6823EEE1DB7}"/>
          </ac:spMkLst>
        </pc:spChg>
        <pc:picChg chg="add mod">
          <ac:chgData name="Ronak Agarwal" userId="524755ac557c1b43" providerId="LiveId" clId="{2D3943DB-DB84-51D8-A69F-9DDD7633D2C5}" dt="2026-07-17T05:37:06.266" v="10296" actId="14100"/>
          <ac:picMkLst>
            <pc:docMk/>
            <pc:sldMk cId="805842923" sldId="277"/>
            <ac:picMk id="4" creationId="{FD548BA3-ADFE-F69E-F111-50D4DD017DDE}"/>
          </ac:picMkLst>
        </pc:pic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image" Target="../media/image7.svg"/></Relationships>
</file>

<file path=ppt/diagrams/_rels/data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svg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image" Target="../media/image7.svg"/></Relationships>
</file>

<file path=ppt/diagrams/_rels/drawing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8394CCD-7986-4A2B-8E33-7326C7D71961}" type="doc">
      <dgm:prSet loTypeId="urn:microsoft.com/office/officeart/2005/8/layout/hierarchy2" loCatId="hierarchy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2A447F1-EE79-46EA-AB72-ABAB30D228BA}">
      <dgm:prSet/>
      <dgm:spPr/>
      <dgm:t>
        <a:bodyPr/>
        <a:lstStyle/>
        <a:p>
          <a:r>
            <a:rPr lang="en-US" dirty="0"/>
            <a:t>Project: ”internet of agents”</a:t>
          </a:r>
        </a:p>
      </dgm:t>
    </dgm:pt>
    <dgm:pt modelId="{0CD10A01-D13F-4260-A8D4-107F43DE9AD3}" type="parTrans" cxnId="{239708C7-E8E8-4EB0-B4EA-BB56EA4BD66D}">
      <dgm:prSet/>
      <dgm:spPr/>
      <dgm:t>
        <a:bodyPr/>
        <a:lstStyle/>
        <a:p>
          <a:endParaRPr lang="en-US"/>
        </a:p>
      </dgm:t>
    </dgm:pt>
    <dgm:pt modelId="{E2309845-CA0A-4B6D-B3FF-BD1808E75513}" type="sibTrans" cxnId="{239708C7-E8E8-4EB0-B4EA-BB56EA4BD66D}">
      <dgm:prSet/>
      <dgm:spPr/>
      <dgm:t>
        <a:bodyPr/>
        <a:lstStyle/>
        <a:p>
          <a:endParaRPr lang="en-US"/>
        </a:p>
      </dgm:t>
    </dgm:pt>
    <dgm:pt modelId="{5296C2E2-8657-4A69-BA8B-1FBE65CC1375}">
      <dgm:prSet custT="1"/>
      <dgm:spPr/>
      <dgm:t>
        <a:bodyPr/>
        <a:lstStyle/>
        <a:p>
          <a:r>
            <a:rPr lang="en-US" sz="1800" dirty="0"/>
            <a:t>Internet decentralizes data: anyone uploads, system stores/queries, anyone downloads </a:t>
          </a:r>
        </a:p>
      </dgm:t>
    </dgm:pt>
    <dgm:pt modelId="{041F63A8-E982-4994-8FF2-1BDB0149E39B}" type="parTrans" cxnId="{61BFBB36-C950-461C-81CE-605BB6D2D289}">
      <dgm:prSet/>
      <dgm:spPr/>
      <dgm:t>
        <a:bodyPr/>
        <a:lstStyle/>
        <a:p>
          <a:endParaRPr lang="en-US"/>
        </a:p>
      </dgm:t>
    </dgm:pt>
    <dgm:pt modelId="{C29D3C5E-57E9-4648-8E53-F006F305EAB7}" type="sibTrans" cxnId="{61BFBB36-C950-461C-81CE-605BB6D2D289}">
      <dgm:prSet/>
      <dgm:spPr/>
      <dgm:t>
        <a:bodyPr/>
        <a:lstStyle/>
        <a:p>
          <a:endParaRPr lang="en-US"/>
        </a:p>
      </dgm:t>
    </dgm:pt>
    <dgm:pt modelId="{24B092B3-9DD0-4327-A241-0AB30042467F}">
      <dgm:prSet custT="1"/>
      <dgm:spPr/>
      <dgm:t>
        <a:bodyPr/>
        <a:lstStyle/>
        <a:p>
          <a:r>
            <a:rPr lang="en-US" sz="1800" dirty="0"/>
            <a:t>This project decentralizes agents: anyone uploads an agent, the system routes/coordinates, anyone taps the coordinated system </a:t>
          </a:r>
        </a:p>
      </dgm:t>
    </dgm:pt>
    <dgm:pt modelId="{814DAC56-E75A-4F96-A692-1953F8727F53}" type="parTrans" cxnId="{A57ACD78-2E17-44EF-A57F-B4E6E21B4F78}">
      <dgm:prSet/>
      <dgm:spPr/>
      <dgm:t>
        <a:bodyPr/>
        <a:lstStyle/>
        <a:p>
          <a:endParaRPr lang="en-US"/>
        </a:p>
      </dgm:t>
    </dgm:pt>
    <dgm:pt modelId="{90857959-AB2E-487E-954D-5E6F2E5C3BD0}" type="sibTrans" cxnId="{A57ACD78-2E17-44EF-A57F-B4E6E21B4F78}">
      <dgm:prSet/>
      <dgm:spPr/>
      <dgm:t>
        <a:bodyPr/>
        <a:lstStyle/>
        <a:p>
          <a:endParaRPr lang="en-US"/>
        </a:p>
      </dgm:t>
    </dgm:pt>
    <dgm:pt modelId="{4751BA6F-BDA8-470E-9058-C397CE161348}">
      <dgm:prSet custT="1"/>
      <dgm:spPr/>
      <dgm:t>
        <a:bodyPr/>
        <a:lstStyle/>
        <a:p>
          <a:r>
            <a:rPr lang="en-US" sz="2000" dirty="0"/>
            <a:t>By next Wednesday y’all should submit agents for us to ingest 😋</a:t>
          </a:r>
        </a:p>
      </dgm:t>
    </dgm:pt>
    <dgm:pt modelId="{43105594-A83F-4FAA-8EF9-9F9E30F04AD8}" type="parTrans" cxnId="{D03CF56F-26D6-428A-91EC-D319C61283DD}">
      <dgm:prSet/>
      <dgm:spPr/>
      <dgm:t>
        <a:bodyPr/>
        <a:lstStyle/>
        <a:p>
          <a:endParaRPr lang="en-US"/>
        </a:p>
      </dgm:t>
    </dgm:pt>
    <dgm:pt modelId="{A7F9E923-FDF4-4C4B-AD7B-2E721E1BB30E}" type="sibTrans" cxnId="{D03CF56F-26D6-428A-91EC-D319C61283DD}">
      <dgm:prSet/>
      <dgm:spPr/>
      <dgm:t>
        <a:bodyPr/>
        <a:lstStyle/>
        <a:p>
          <a:endParaRPr lang="en-US"/>
        </a:p>
      </dgm:t>
    </dgm:pt>
    <dgm:pt modelId="{2525CE1D-6FCF-436B-B054-042E7B1386A1}">
      <dgm:prSet custT="1"/>
      <dgm:spPr/>
      <dgm:t>
        <a:bodyPr/>
        <a:lstStyle/>
        <a:p>
          <a:r>
            <a:rPr lang="en-US" sz="2000" dirty="0"/>
            <a:t>This presentation should make it as easy as possible for you to make system-compatible agents! (you’re welcome!)</a:t>
          </a:r>
        </a:p>
      </dgm:t>
    </dgm:pt>
    <dgm:pt modelId="{EB923C37-D88B-4F29-AD25-069EFDBDDB24}" type="parTrans" cxnId="{39BF0A76-3624-4E4A-9BF3-E36EDD951D73}">
      <dgm:prSet/>
      <dgm:spPr/>
      <dgm:t>
        <a:bodyPr/>
        <a:lstStyle/>
        <a:p>
          <a:endParaRPr lang="en-US"/>
        </a:p>
      </dgm:t>
    </dgm:pt>
    <dgm:pt modelId="{6A7AA7BC-0165-42A9-913D-F44A325B2001}" type="sibTrans" cxnId="{39BF0A76-3624-4E4A-9BF3-E36EDD951D73}">
      <dgm:prSet/>
      <dgm:spPr/>
      <dgm:t>
        <a:bodyPr/>
        <a:lstStyle/>
        <a:p>
          <a:endParaRPr lang="en-US"/>
        </a:p>
      </dgm:t>
    </dgm:pt>
    <dgm:pt modelId="{481EC980-6541-7049-9282-6A7EDCC874C2}" type="pres">
      <dgm:prSet presAssocID="{D8394CCD-7986-4A2B-8E33-7326C7D71961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C88C8B0C-DF86-6B4B-AD4C-03D7C81E9F3D}" type="pres">
      <dgm:prSet presAssocID="{82A447F1-EE79-46EA-AB72-ABAB30D228BA}" presName="root1" presStyleCnt="0"/>
      <dgm:spPr/>
    </dgm:pt>
    <dgm:pt modelId="{E46862E9-F3B6-C540-9FA4-AC057B97FF61}" type="pres">
      <dgm:prSet presAssocID="{82A447F1-EE79-46EA-AB72-ABAB30D228BA}" presName="LevelOneTextNode" presStyleLbl="node0" presStyleIdx="0" presStyleCnt="3" custScaleX="140968" custLinFactNeighborX="-31549" custLinFactNeighborY="-34252">
        <dgm:presLayoutVars>
          <dgm:chPref val="3"/>
        </dgm:presLayoutVars>
      </dgm:prSet>
      <dgm:spPr/>
    </dgm:pt>
    <dgm:pt modelId="{D2DE2600-C2AA-5949-A090-2D3D778A7ACE}" type="pres">
      <dgm:prSet presAssocID="{82A447F1-EE79-46EA-AB72-ABAB30D228BA}" presName="level2hierChild" presStyleCnt="0"/>
      <dgm:spPr/>
    </dgm:pt>
    <dgm:pt modelId="{1AB63565-621B-F047-8DA9-36AAFD87015D}" type="pres">
      <dgm:prSet presAssocID="{041F63A8-E982-4994-8FF2-1BDB0149E39B}" presName="conn2-1" presStyleLbl="parChTrans1D2" presStyleIdx="0" presStyleCnt="2"/>
      <dgm:spPr/>
    </dgm:pt>
    <dgm:pt modelId="{D095543E-AC25-0C40-885C-1272FBD970C2}" type="pres">
      <dgm:prSet presAssocID="{041F63A8-E982-4994-8FF2-1BDB0149E39B}" presName="connTx" presStyleLbl="parChTrans1D2" presStyleIdx="0" presStyleCnt="2"/>
      <dgm:spPr/>
    </dgm:pt>
    <dgm:pt modelId="{8CD6DD6E-5A75-1743-90DD-63CD9D145D57}" type="pres">
      <dgm:prSet presAssocID="{5296C2E2-8657-4A69-BA8B-1FBE65CC1375}" presName="root2" presStyleCnt="0"/>
      <dgm:spPr/>
    </dgm:pt>
    <dgm:pt modelId="{FAD730E1-9AC5-F349-A80C-D0E092259988}" type="pres">
      <dgm:prSet presAssocID="{5296C2E2-8657-4A69-BA8B-1FBE65CC1375}" presName="LevelTwoTextNode" presStyleLbl="node2" presStyleIdx="0" presStyleCnt="2" custScaleX="219017" custLinFactNeighborX="51131" custLinFactNeighborY="11858">
        <dgm:presLayoutVars>
          <dgm:chPref val="3"/>
        </dgm:presLayoutVars>
      </dgm:prSet>
      <dgm:spPr/>
    </dgm:pt>
    <dgm:pt modelId="{0E2A49C1-45A6-5142-B3C6-18F0C655A8C3}" type="pres">
      <dgm:prSet presAssocID="{5296C2E2-8657-4A69-BA8B-1FBE65CC1375}" presName="level3hierChild" presStyleCnt="0"/>
      <dgm:spPr/>
    </dgm:pt>
    <dgm:pt modelId="{7ACB16E9-0261-D645-AD1B-FD1688FA36C5}" type="pres">
      <dgm:prSet presAssocID="{814DAC56-E75A-4F96-A692-1953F8727F53}" presName="conn2-1" presStyleLbl="parChTrans1D2" presStyleIdx="1" presStyleCnt="2"/>
      <dgm:spPr/>
    </dgm:pt>
    <dgm:pt modelId="{33679CDD-CEEA-B94F-95BE-F40AA4092869}" type="pres">
      <dgm:prSet presAssocID="{814DAC56-E75A-4F96-A692-1953F8727F53}" presName="connTx" presStyleLbl="parChTrans1D2" presStyleIdx="1" presStyleCnt="2"/>
      <dgm:spPr/>
    </dgm:pt>
    <dgm:pt modelId="{4110F668-08D8-6041-B819-97C2AE347FC9}" type="pres">
      <dgm:prSet presAssocID="{24B092B3-9DD0-4327-A241-0AB30042467F}" presName="root2" presStyleCnt="0"/>
      <dgm:spPr/>
    </dgm:pt>
    <dgm:pt modelId="{EBD11612-8309-C740-98FD-FA6F30AAF090}" type="pres">
      <dgm:prSet presAssocID="{24B092B3-9DD0-4327-A241-0AB30042467F}" presName="LevelTwoTextNode" presStyleLbl="node2" presStyleIdx="1" presStyleCnt="2" custScaleX="265664" custLinFactNeighborX="36219" custLinFactNeighborY="18503">
        <dgm:presLayoutVars>
          <dgm:chPref val="3"/>
        </dgm:presLayoutVars>
      </dgm:prSet>
      <dgm:spPr/>
    </dgm:pt>
    <dgm:pt modelId="{7D05D857-44B0-3C49-A9FE-33E5F92647DD}" type="pres">
      <dgm:prSet presAssocID="{24B092B3-9DD0-4327-A241-0AB30042467F}" presName="level3hierChild" presStyleCnt="0"/>
      <dgm:spPr/>
    </dgm:pt>
    <dgm:pt modelId="{84F66F6A-BA88-7847-95B2-0D153B41AF45}" type="pres">
      <dgm:prSet presAssocID="{4751BA6F-BDA8-470E-9058-C397CE161348}" presName="root1" presStyleCnt="0"/>
      <dgm:spPr/>
    </dgm:pt>
    <dgm:pt modelId="{1BDDE762-8A3C-E843-99CF-E4D0F8493FA4}" type="pres">
      <dgm:prSet presAssocID="{4751BA6F-BDA8-470E-9058-C397CE161348}" presName="LevelOneTextNode" presStyleLbl="node0" presStyleIdx="1" presStyleCnt="3" custScaleX="205713" custLinFactNeighborX="-30477" custLinFactNeighborY="-29535">
        <dgm:presLayoutVars>
          <dgm:chPref val="3"/>
        </dgm:presLayoutVars>
      </dgm:prSet>
      <dgm:spPr/>
    </dgm:pt>
    <dgm:pt modelId="{6D9E68EF-29DF-AB4C-B47C-3D6549555C6B}" type="pres">
      <dgm:prSet presAssocID="{4751BA6F-BDA8-470E-9058-C397CE161348}" presName="level2hierChild" presStyleCnt="0"/>
      <dgm:spPr/>
    </dgm:pt>
    <dgm:pt modelId="{22EE8B94-7332-E145-876F-2EE878C67658}" type="pres">
      <dgm:prSet presAssocID="{2525CE1D-6FCF-436B-B054-042E7B1386A1}" presName="root1" presStyleCnt="0"/>
      <dgm:spPr/>
    </dgm:pt>
    <dgm:pt modelId="{A6204CAC-5BD4-5B43-B16D-06A67C65F056}" type="pres">
      <dgm:prSet presAssocID="{2525CE1D-6FCF-436B-B054-042E7B1386A1}" presName="LevelOneTextNode" presStyleLbl="node0" presStyleIdx="2" presStyleCnt="3" custScaleX="420662" custLinFactNeighborX="-8703" custLinFactNeighborY="-17417">
        <dgm:presLayoutVars>
          <dgm:chPref val="3"/>
        </dgm:presLayoutVars>
      </dgm:prSet>
      <dgm:spPr/>
    </dgm:pt>
    <dgm:pt modelId="{7DFD61EB-48B1-4341-9669-0A3727E1DC88}" type="pres">
      <dgm:prSet presAssocID="{2525CE1D-6FCF-436B-B054-042E7B1386A1}" presName="level2hierChild" presStyleCnt="0"/>
      <dgm:spPr/>
    </dgm:pt>
  </dgm:ptLst>
  <dgm:cxnLst>
    <dgm:cxn modelId="{F65A8701-5AF2-D74D-B802-6FB042997D41}" type="presOf" srcId="{814DAC56-E75A-4F96-A692-1953F8727F53}" destId="{7ACB16E9-0261-D645-AD1B-FD1688FA36C5}" srcOrd="0" destOrd="0" presId="urn:microsoft.com/office/officeart/2005/8/layout/hierarchy2"/>
    <dgm:cxn modelId="{2303200A-E766-FE4A-ACBD-FEEC7656FA16}" type="presOf" srcId="{5296C2E2-8657-4A69-BA8B-1FBE65CC1375}" destId="{FAD730E1-9AC5-F349-A80C-D0E092259988}" srcOrd="0" destOrd="0" presId="urn:microsoft.com/office/officeart/2005/8/layout/hierarchy2"/>
    <dgm:cxn modelId="{76725116-340F-3240-B82B-7BE0564FB78A}" type="presOf" srcId="{24B092B3-9DD0-4327-A241-0AB30042467F}" destId="{EBD11612-8309-C740-98FD-FA6F30AAF090}" srcOrd="0" destOrd="0" presId="urn:microsoft.com/office/officeart/2005/8/layout/hierarchy2"/>
    <dgm:cxn modelId="{5BA2C121-4658-744C-9A06-F0C174CBEBFC}" type="presOf" srcId="{041F63A8-E982-4994-8FF2-1BDB0149E39B}" destId="{1AB63565-621B-F047-8DA9-36AAFD87015D}" srcOrd="0" destOrd="0" presId="urn:microsoft.com/office/officeart/2005/8/layout/hierarchy2"/>
    <dgm:cxn modelId="{52FF1135-FC71-3B44-83F3-2742AB97A465}" type="presOf" srcId="{82A447F1-EE79-46EA-AB72-ABAB30D228BA}" destId="{E46862E9-F3B6-C540-9FA4-AC057B97FF61}" srcOrd="0" destOrd="0" presId="urn:microsoft.com/office/officeart/2005/8/layout/hierarchy2"/>
    <dgm:cxn modelId="{61BFBB36-C950-461C-81CE-605BB6D2D289}" srcId="{82A447F1-EE79-46EA-AB72-ABAB30D228BA}" destId="{5296C2E2-8657-4A69-BA8B-1FBE65CC1375}" srcOrd="0" destOrd="0" parTransId="{041F63A8-E982-4994-8FF2-1BDB0149E39B}" sibTransId="{C29D3C5E-57E9-4648-8E53-F006F305EAB7}"/>
    <dgm:cxn modelId="{7F4E2F3C-89D5-904E-8BAC-B273FC8A5614}" type="presOf" srcId="{4751BA6F-BDA8-470E-9058-C397CE161348}" destId="{1BDDE762-8A3C-E843-99CF-E4D0F8493FA4}" srcOrd="0" destOrd="0" presId="urn:microsoft.com/office/officeart/2005/8/layout/hierarchy2"/>
    <dgm:cxn modelId="{D03CF56F-26D6-428A-91EC-D319C61283DD}" srcId="{D8394CCD-7986-4A2B-8E33-7326C7D71961}" destId="{4751BA6F-BDA8-470E-9058-C397CE161348}" srcOrd="1" destOrd="0" parTransId="{43105594-A83F-4FAA-8EF9-9F9E30F04AD8}" sibTransId="{A7F9E923-FDF4-4C4B-AD7B-2E721E1BB30E}"/>
    <dgm:cxn modelId="{39BF0A76-3624-4E4A-9BF3-E36EDD951D73}" srcId="{D8394CCD-7986-4A2B-8E33-7326C7D71961}" destId="{2525CE1D-6FCF-436B-B054-042E7B1386A1}" srcOrd="2" destOrd="0" parTransId="{EB923C37-D88B-4F29-AD25-069EFDBDDB24}" sibTransId="{6A7AA7BC-0165-42A9-913D-F44A325B2001}"/>
    <dgm:cxn modelId="{A57ACD78-2E17-44EF-A57F-B4E6E21B4F78}" srcId="{82A447F1-EE79-46EA-AB72-ABAB30D228BA}" destId="{24B092B3-9DD0-4327-A241-0AB30042467F}" srcOrd="1" destOrd="0" parTransId="{814DAC56-E75A-4F96-A692-1953F8727F53}" sibTransId="{90857959-AB2E-487E-954D-5E6F2E5C3BD0}"/>
    <dgm:cxn modelId="{440BD07D-B38D-C64B-B205-FE164E004B53}" type="presOf" srcId="{814DAC56-E75A-4F96-A692-1953F8727F53}" destId="{33679CDD-CEEA-B94F-95BE-F40AA4092869}" srcOrd="1" destOrd="0" presId="urn:microsoft.com/office/officeart/2005/8/layout/hierarchy2"/>
    <dgm:cxn modelId="{8BD8CC87-10D3-2D4C-A80D-1E37356F4032}" type="presOf" srcId="{2525CE1D-6FCF-436B-B054-042E7B1386A1}" destId="{A6204CAC-5BD4-5B43-B16D-06A67C65F056}" srcOrd="0" destOrd="0" presId="urn:microsoft.com/office/officeart/2005/8/layout/hierarchy2"/>
    <dgm:cxn modelId="{0D39E29E-61AD-8947-A4AB-D5729738DE15}" type="presOf" srcId="{041F63A8-E982-4994-8FF2-1BDB0149E39B}" destId="{D095543E-AC25-0C40-885C-1272FBD970C2}" srcOrd="1" destOrd="0" presId="urn:microsoft.com/office/officeart/2005/8/layout/hierarchy2"/>
    <dgm:cxn modelId="{239708C7-E8E8-4EB0-B4EA-BB56EA4BD66D}" srcId="{D8394CCD-7986-4A2B-8E33-7326C7D71961}" destId="{82A447F1-EE79-46EA-AB72-ABAB30D228BA}" srcOrd="0" destOrd="0" parTransId="{0CD10A01-D13F-4260-A8D4-107F43DE9AD3}" sibTransId="{E2309845-CA0A-4B6D-B3FF-BD1808E75513}"/>
    <dgm:cxn modelId="{8EE20BDA-1F44-8344-A08D-16CB4F3E5AE5}" type="presOf" srcId="{D8394CCD-7986-4A2B-8E33-7326C7D71961}" destId="{481EC980-6541-7049-9282-6A7EDCC874C2}" srcOrd="0" destOrd="0" presId="urn:microsoft.com/office/officeart/2005/8/layout/hierarchy2"/>
    <dgm:cxn modelId="{A2291311-3758-0540-98B6-B0D93D89ABD8}" type="presParOf" srcId="{481EC980-6541-7049-9282-6A7EDCC874C2}" destId="{C88C8B0C-DF86-6B4B-AD4C-03D7C81E9F3D}" srcOrd="0" destOrd="0" presId="urn:microsoft.com/office/officeart/2005/8/layout/hierarchy2"/>
    <dgm:cxn modelId="{D856EC57-0EE3-A043-826A-E3D3B0AAB2AE}" type="presParOf" srcId="{C88C8B0C-DF86-6B4B-AD4C-03D7C81E9F3D}" destId="{E46862E9-F3B6-C540-9FA4-AC057B97FF61}" srcOrd="0" destOrd="0" presId="urn:microsoft.com/office/officeart/2005/8/layout/hierarchy2"/>
    <dgm:cxn modelId="{69884CBA-F2EF-8041-9571-97CD1AAB93AC}" type="presParOf" srcId="{C88C8B0C-DF86-6B4B-AD4C-03D7C81E9F3D}" destId="{D2DE2600-C2AA-5949-A090-2D3D778A7ACE}" srcOrd="1" destOrd="0" presId="urn:microsoft.com/office/officeart/2005/8/layout/hierarchy2"/>
    <dgm:cxn modelId="{D6DD3768-BB48-5149-BCBF-D0AA8F3EFF2A}" type="presParOf" srcId="{D2DE2600-C2AA-5949-A090-2D3D778A7ACE}" destId="{1AB63565-621B-F047-8DA9-36AAFD87015D}" srcOrd="0" destOrd="0" presId="urn:microsoft.com/office/officeart/2005/8/layout/hierarchy2"/>
    <dgm:cxn modelId="{AEBBE61B-3C6F-D541-86B2-282897A2BF32}" type="presParOf" srcId="{1AB63565-621B-F047-8DA9-36AAFD87015D}" destId="{D095543E-AC25-0C40-885C-1272FBD970C2}" srcOrd="0" destOrd="0" presId="urn:microsoft.com/office/officeart/2005/8/layout/hierarchy2"/>
    <dgm:cxn modelId="{B0D3845F-E7E2-964B-B371-40AB25C74391}" type="presParOf" srcId="{D2DE2600-C2AA-5949-A090-2D3D778A7ACE}" destId="{8CD6DD6E-5A75-1743-90DD-63CD9D145D57}" srcOrd="1" destOrd="0" presId="urn:microsoft.com/office/officeart/2005/8/layout/hierarchy2"/>
    <dgm:cxn modelId="{EF5AF6E8-A1F2-1642-90EF-8D2331DA6793}" type="presParOf" srcId="{8CD6DD6E-5A75-1743-90DD-63CD9D145D57}" destId="{FAD730E1-9AC5-F349-A80C-D0E092259988}" srcOrd="0" destOrd="0" presId="urn:microsoft.com/office/officeart/2005/8/layout/hierarchy2"/>
    <dgm:cxn modelId="{257DB5AE-88C1-6B4C-AD42-99F1687C12AF}" type="presParOf" srcId="{8CD6DD6E-5A75-1743-90DD-63CD9D145D57}" destId="{0E2A49C1-45A6-5142-B3C6-18F0C655A8C3}" srcOrd="1" destOrd="0" presId="urn:microsoft.com/office/officeart/2005/8/layout/hierarchy2"/>
    <dgm:cxn modelId="{9AE81F7F-689C-6A4A-9B1A-333D387FCAC5}" type="presParOf" srcId="{D2DE2600-C2AA-5949-A090-2D3D778A7ACE}" destId="{7ACB16E9-0261-D645-AD1B-FD1688FA36C5}" srcOrd="2" destOrd="0" presId="urn:microsoft.com/office/officeart/2005/8/layout/hierarchy2"/>
    <dgm:cxn modelId="{8ABBD18F-3F13-FE4E-BC34-F90C3A4A8817}" type="presParOf" srcId="{7ACB16E9-0261-D645-AD1B-FD1688FA36C5}" destId="{33679CDD-CEEA-B94F-95BE-F40AA4092869}" srcOrd="0" destOrd="0" presId="urn:microsoft.com/office/officeart/2005/8/layout/hierarchy2"/>
    <dgm:cxn modelId="{52276FF2-F5E3-7E40-8A20-24EC24442E47}" type="presParOf" srcId="{D2DE2600-C2AA-5949-A090-2D3D778A7ACE}" destId="{4110F668-08D8-6041-B819-97C2AE347FC9}" srcOrd="3" destOrd="0" presId="urn:microsoft.com/office/officeart/2005/8/layout/hierarchy2"/>
    <dgm:cxn modelId="{50038F81-8D42-2645-80E3-ED61EC12AC71}" type="presParOf" srcId="{4110F668-08D8-6041-B819-97C2AE347FC9}" destId="{EBD11612-8309-C740-98FD-FA6F30AAF090}" srcOrd="0" destOrd="0" presId="urn:microsoft.com/office/officeart/2005/8/layout/hierarchy2"/>
    <dgm:cxn modelId="{BCD3351C-D7FD-EC4D-AFC2-2756998170BD}" type="presParOf" srcId="{4110F668-08D8-6041-B819-97C2AE347FC9}" destId="{7D05D857-44B0-3C49-A9FE-33E5F92647DD}" srcOrd="1" destOrd="0" presId="urn:microsoft.com/office/officeart/2005/8/layout/hierarchy2"/>
    <dgm:cxn modelId="{8D6EFA5C-AE23-1B4F-A070-521D01D5A4A4}" type="presParOf" srcId="{481EC980-6541-7049-9282-6A7EDCC874C2}" destId="{84F66F6A-BA88-7847-95B2-0D153B41AF45}" srcOrd="1" destOrd="0" presId="urn:microsoft.com/office/officeart/2005/8/layout/hierarchy2"/>
    <dgm:cxn modelId="{5C730FC2-DA4C-A74B-817D-54649DE67361}" type="presParOf" srcId="{84F66F6A-BA88-7847-95B2-0D153B41AF45}" destId="{1BDDE762-8A3C-E843-99CF-E4D0F8493FA4}" srcOrd="0" destOrd="0" presId="urn:microsoft.com/office/officeart/2005/8/layout/hierarchy2"/>
    <dgm:cxn modelId="{EEE178AE-251F-7A47-9BB6-DFF07B80EEE4}" type="presParOf" srcId="{84F66F6A-BA88-7847-95B2-0D153B41AF45}" destId="{6D9E68EF-29DF-AB4C-B47C-3D6549555C6B}" srcOrd="1" destOrd="0" presId="urn:microsoft.com/office/officeart/2005/8/layout/hierarchy2"/>
    <dgm:cxn modelId="{EEFA5B2E-2885-8B41-836B-ED5C8AEFA830}" type="presParOf" srcId="{481EC980-6541-7049-9282-6A7EDCC874C2}" destId="{22EE8B94-7332-E145-876F-2EE878C67658}" srcOrd="2" destOrd="0" presId="urn:microsoft.com/office/officeart/2005/8/layout/hierarchy2"/>
    <dgm:cxn modelId="{E406D35F-8B5C-444E-AA41-A0ED80C218DC}" type="presParOf" srcId="{22EE8B94-7332-E145-876F-2EE878C67658}" destId="{A6204CAC-5BD4-5B43-B16D-06A67C65F056}" srcOrd="0" destOrd="0" presId="urn:microsoft.com/office/officeart/2005/8/layout/hierarchy2"/>
    <dgm:cxn modelId="{60FD2218-DF86-AF47-B6C5-7EEA98783A9D}" type="presParOf" srcId="{22EE8B94-7332-E145-876F-2EE878C67658}" destId="{7DFD61EB-48B1-4341-9669-0A3727E1DC88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C221EC5-A90E-434F-A78F-90795DBB89FD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031D49B-95E8-4B73-856D-0B39F665B8F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Option A: fill in LLM-tool loop </a:t>
          </a:r>
        </a:p>
      </dgm:t>
    </dgm:pt>
    <dgm:pt modelId="{7B9F8262-F23D-4F87-9C8C-EBA00FE90BFA}" type="parTrans" cxnId="{BE9222D2-C4E8-4BEE-8E71-0E3C00E557BC}">
      <dgm:prSet/>
      <dgm:spPr/>
      <dgm:t>
        <a:bodyPr/>
        <a:lstStyle/>
        <a:p>
          <a:endParaRPr lang="en-US"/>
        </a:p>
      </dgm:t>
    </dgm:pt>
    <dgm:pt modelId="{20EA4EFC-9C7D-4B3E-8D5D-5464DC1A1D3A}" type="sibTrans" cxnId="{BE9222D2-C4E8-4BEE-8E71-0E3C00E557BC}">
      <dgm:prSet/>
      <dgm:spPr/>
      <dgm:t>
        <a:bodyPr/>
        <a:lstStyle/>
        <a:p>
          <a:endParaRPr lang="en-US"/>
        </a:p>
      </dgm:t>
    </dgm:pt>
    <dgm:pt modelId="{D07126B2-B452-4F7F-ADD5-07060DC19E1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task you want to automate can be decomposed into a system prompt + a few tools </a:t>
          </a:r>
        </a:p>
      </dgm:t>
    </dgm:pt>
    <dgm:pt modelId="{29C01283-8956-4E54-9F95-659AF2965F0F}" type="parTrans" cxnId="{4C477CA0-AFB8-4F7B-8CDB-370620B70A39}">
      <dgm:prSet/>
      <dgm:spPr/>
      <dgm:t>
        <a:bodyPr/>
        <a:lstStyle/>
        <a:p>
          <a:endParaRPr lang="en-US"/>
        </a:p>
      </dgm:t>
    </dgm:pt>
    <dgm:pt modelId="{FCC54A86-DC20-484F-8131-925D253EE84E}" type="sibTrans" cxnId="{4C477CA0-AFB8-4F7B-8CDB-370620B70A39}">
      <dgm:prSet/>
      <dgm:spPr/>
      <dgm:t>
        <a:bodyPr/>
        <a:lstStyle/>
        <a:p>
          <a:endParaRPr lang="en-US"/>
        </a:p>
      </dgm:t>
    </dgm:pt>
    <dgm:pt modelId="{6B1D709D-A0DD-4E69-A363-C06447C8590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Less control, simpler </a:t>
          </a:r>
        </a:p>
      </dgm:t>
    </dgm:pt>
    <dgm:pt modelId="{65611D8D-5739-4E50-AD3C-7DEB92CD8694}" type="parTrans" cxnId="{FD8D66D8-35A1-48FB-806D-EF5B96A2390B}">
      <dgm:prSet/>
      <dgm:spPr/>
      <dgm:t>
        <a:bodyPr/>
        <a:lstStyle/>
        <a:p>
          <a:endParaRPr lang="en-US"/>
        </a:p>
      </dgm:t>
    </dgm:pt>
    <dgm:pt modelId="{4DD15618-E365-41D4-81FE-EF091E2D64F6}" type="sibTrans" cxnId="{FD8D66D8-35A1-48FB-806D-EF5B96A2390B}">
      <dgm:prSet/>
      <dgm:spPr/>
      <dgm:t>
        <a:bodyPr/>
        <a:lstStyle/>
        <a:p>
          <a:endParaRPr lang="en-US"/>
        </a:p>
      </dgm:t>
    </dgm:pt>
    <dgm:pt modelId="{A1CEBADE-5133-47D7-8591-1C2FD944587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 err="1"/>
            <a:t>E.g</a:t>
          </a:r>
          <a:r>
            <a:rPr lang="en-US" dirty="0"/>
            <a:t>: pdf-reading agent that can call an OCR tool, then NLP call on the text with an LLM; decides which tools to use at each step and based on results of prior steps </a:t>
          </a:r>
        </a:p>
      </dgm:t>
    </dgm:pt>
    <dgm:pt modelId="{A518F3C4-2C01-4050-9056-6948710FF2DD}" type="parTrans" cxnId="{A961A151-1048-4B75-AE81-CC00D85C01D9}">
      <dgm:prSet/>
      <dgm:spPr/>
      <dgm:t>
        <a:bodyPr/>
        <a:lstStyle/>
        <a:p>
          <a:endParaRPr lang="en-US"/>
        </a:p>
      </dgm:t>
    </dgm:pt>
    <dgm:pt modelId="{B39EC922-17C1-4DBA-B865-96C2C43D30CF}" type="sibTrans" cxnId="{A961A151-1048-4B75-AE81-CC00D85C01D9}">
      <dgm:prSet/>
      <dgm:spPr/>
      <dgm:t>
        <a:bodyPr/>
        <a:lstStyle/>
        <a:p>
          <a:endParaRPr lang="en-US"/>
        </a:p>
      </dgm:t>
    </dgm:pt>
    <dgm:pt modelId="{4E7EEFBE-EF71-4F44-BD59-DC8F5EA9E54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Option B: custom folder upload </a:t>
          </a:r>
        </a:p>
      </dgm:t>
    </dgm:pt>
    <dgm:pt modelId="{1240D806-0934-42FB-B00D-28DE4BB0F0AA}" type="parTrans" cxnId="{A45B04B4-4CF4-494E-A9C4-9EA81239ADE4}">
      <dgm:prSet/>
      <dgm:spPr/>
      <dgm:t>
        <a:bodyPr/>
        <a:lstStyle/>
        <a:p>
          <a:endParaRPr lang="en-US"/>
        </a:p>
      </dgm:t>
    </dgm:pt>
    <dgm:pt modelId="{3FFC6D7B-A371-483D-9744-466804A85B22}" type="sibTrans" cxnId="{A45B04B4-4CF4-494E-A9C4-9EA81239ADE4}">
      <dgm:prSet/>
      <dgm:spPr/>
      <dgm:t>
        <a:bodyPr/>
        <a:lstStyle/>
        <a:p>
          <a:endParaRPr lang="en-US"/>
        </a:p>
      </dgm:t>
    </dgm:pt>
    <dgm:pt modelId="{358168BC-61B4-4108-B533-AE4A147FE9C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You already have a lot of convoluted code in a folder completing a task </a:t>
          </a:r>
        </a:p>
      </dgm:t>
    </dgm:pt>
    <dgm:pt modelId="{621D0F79-684F-4329-8F9D-D6587F7CD3B1}" type="parTrans" cxnId="{C537FCB4-DA25-483B-A0AE-1C4B177907EE}">
      <dgm:prSet/>
      <dgm:spPr/>
      <dgm:t>
        <a:bodyPr/>
        <a:lstStyle/>
        <a:p>
          <a:endParaRPr lang="en-US"/>
        </a:p>
      </dgm:t>
    </dgm:pt>
    <dgm:pt modelId="{89EC9ACA-4AAD-42C0-923E-3D8ADEE5C309}" type="sibTrans" cxnId="{C537FCB4-DA25-483B-A0AE-1C4B177907EE}">
      <dgm:prSet/>
      <dgm:spPr/>
      <dgm:t>
        <a:bodyPr/>
        <a:lstStyle/>
        <a:p>
          <a:endParaRPr lang="en-US"/>
        </a:p>
      </dgm:t>
    </dgm:pt>
    <dgm:pt modelId="{485386F8-D896-4249-961F-5A994BD2865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More control, but also much more complex as you need to handle all the agent’s internals </a:t>
          </a:r>
        </a:p>
      </dgm:t>
    </dgm:pt>
    <dgm:pt modelId="{687D48E2-DE28-4695-BD51-11D7AEFDCE71}" type="parTrans" cxnId="{8B2C3022-854C-4CAA-A8D1-8D043BDF8BD1}">
      <dgm:prSet/>
      <dgm:spPr/>
      <dgm:t>
        <a:bodyPr/>
        <a:lstStyle/>
        <a:p>
          <a:endParaRPr lang="en-US"/>
        </a:p>
      </dgm:t>
    </dgm:pt>
    <dgm:pt modelId="{10457EBD-80C9-4AD1-87E3-D20F62F7F942}" type="sibTrans" cxnId="{8B2C3022-854C-4CAA-A8D1-8D043BDF8BD1}">
      <dgm:prSet/>
      <dgm:spPr/>
      <dgm:t>
        <a:bodyPr/>
        <a:lstStyle/>
        <a:p>
          <a:endParaRPr lang="en-US"/>
        </a:p>
      </dgm:t>
    </dgm:pt>
    <dgm:pt modelId="{2EA278A6-6C18-4BE6-AB6D-0555998DE3C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 err="1"/>
            <a:t>E.g</a:t>
          </a:r>
          <a:r>
            <a:rPr lang="en-US" dirty="0"/>
            <a:t>: agent composed of sub-agents each with their own LLM tool-loops </a:t>
          </a:r>
        </a:p>
      </dgm:t>
    </dgm:pt>
    <dgm:pt modelId="{3E83F8E6-AC02-4E77-95AA-D4165AC4A940}" type="parTrans" cxnId="{CC6C7837-13A4-4FA4-AF45-E504B82CD3BA}">
      <dgm:prSet/>
      <dgm:spPr/>
      <dgm:t>
        <a:bodyPr/>
        <a:lstStyle/>
        <a:p>
          <a:endParaRPr lang="en-US"/>
        </a:p>
      </dgm:t>
    </dgm:pt>
    <dgm:pt modelId="{77CD0B07-EB1A-44B6-8963-D6093CB727AB}" type="sibTrans" cxnId="{CC6C7837-13A4-4FA4-AF45-E504B82CD3BA}">
      <dgm:prSet/>
      <dgm:spPr/>
      <dgm:t>
        <a:bodyPr/>
        <a:lstStyle/>
        <a:p>
          <a:endParaRPr lang="en-US"/>
        </a:p>
      </dgm:t>
    </dgm:pt>
    <dgm:pt modelId="{AC33A926-B30C-406E-B797-32BCA6CE3109}" type="pres">
      <dgm:prSet presAssocID="{1C221EC5-A90E-434F-A78F-90795DBB89FD}" presName="root" presStyleCnt="0">
        <dgm:presLayoutVars>
          <dgm:dir/>
          <dgm:resizeHandles val="exact"/>
        </dgm:presLayoutVars>
      </dgm:prSet>
      <dgm:spPr/>
    </dgm:pt>
    <dgm:pt modelId="{0116F0F1-E0CB-40B3-B1BA-559FE76C29FE}" type="pres">
      <dgm:prSet presAssocID="{B031D49B-95E8-4B73-856D-0B39F665B8FF}" presName="compNode" presStyleCnt="0"/>
      <dgm:spPr/>
    </dgm:pt>
    <dgm:pt modelId="{205F7666-ED58-4443-AB91-B28B4E2CDA61}" type="pres">
      <dgm:prSet presAssocID="{B031D49B-95E8-4B73-856D-0B39F665B8FF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D3EDA791-A078-41DC-BA60-74BB63D77C93}" type="pres">
      <dgm:prSet presAssocID="{B031D49B-95E8-4B73-856D-0B39F665B8FF}" presName="iconSpace" presStyleCnt="0"/>
      <dgm:spPr/>
    </dgm:pt>
    <dgm:pt modelId="{034F07B8-CBBD-4D68-8AEC-B2736FBD1F97}" type="pres">
      <dgm:prSet presAssocID="{B031D49B-95E8-4B73-856D-0B39F665B8FF}" presName="parTx" presStyleLbl="revTx" presStyleIdx="0" presStyleCnt="4">
        <dgm:presLayoutVars>
          <dgm:chMax val="0"/>
          <dgm:chPref val="0"/>
        </dgm:presLayoutVars>
      </dgm:prSet>
      <dgm:spPr/>
    </dgm:pt>
    <dgm:pt modelId="{E9013277-51B7-417D-8F32-A5D5FAFB6E0A}" type="pres">
      <dgm:prSet presAssocID="{B031D49B-95E8-4B73-856D-0B39F665B8FF}" presName="txSpace" presStyleCnt="0"/>
      <dgm:spPr/>
    </dgm:pt>
    <dgm:pt modelId="{7F044D8E-5FAC-4CC8-ABB5-DB32F36E2134}" type="pres">
      <dgm:prSet presAssocID="{B031D49B-95E8-4B73-856D-0B39F665B8FF}" presName="desTx" presStyleLbl="revTx" presStyleIdx="1" presStyleCnt="4">
        <dgm:presLayoutVars/>
      </dgm:prSet>
      <dgm:spPr/>
    </dgm:pt>
    <dgm:pt modelId="{2F8F9C90-DD13-4772-BB69-13D231134C9C}" type="pres">
      <dgm:prSet presAssocID="{20EA4EFC-9C7D-4B3E-8D5D-5464DC1A1D3A}" presName="sibTrans" presStyleCnt="0"/>
      <dgm:spPr/>
    </dgm:pt>
    <dgm:pt modelId="{D73FDA00-DA72-4D03-833B-C96E899B7CE7}" type="pres">
      <dgm:prSet presAssocID="{4E7EEFBE-EF71-4F44-BD59-DC8F5EA9E540}" presName="compNode" presStyleCnt="0"/>
      <dgm:spPr/>
    </dgm:pt>
    <dgm:pt modelId="{DC5ED0CD-BF9A-4DC4-9A43-A16E3022F44E}" type="pres">
      <dgm:prSet presAssocID="{4E7EEFBE-EF71-4F44-BD59-DC8F5EA9E540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C2F0FD5F-897E-4749-8A64-4CF27C51ED3A}" type="pres">
      <dgm:prSet presAssocID="{4E7EEFBE-EF71-4F44-BD59-DC8F5EA9E540}" presName="iconSpace" presStyleCnt="0"/>
      <dgm:spPr/>
    </dgm:pt>
    <dgm:pt modelId="{275908FD-26B6-4CD6-AAC9-72735ED81940}" type="pres">
      <dgm:prSet presAssocID="{4E7EEFBE-EF71-4F44-BD59-DC8F5EA9E540}" presName="parTx" presStyleLbl="revTx" presStyleIdx="2" presStyleCnt="4">
        <dgm:presLayoutVars>
          <dgm:chMax val="0"/>
          <dgm:chPref val="0"/>
        </dgm:presLayoutVars>
      </dgm:prSet>
      <dgm:spPr/>
    </dgm:pt>
    <dgm:pt modelId="{765591A4-20EF-48D7-AD0C-D341F6BB1796}" type="pres">
      <dgm:prSet presAssocID="{4E7EEFBE-EF71-4F44-BD59-DC8F5EA9E540}" presName="txSpace" presStyleCnt="0"/>
      <dgm:spPr/>
    </dgm:pt>
    <dgm:pt modelId="{2D0C5C8E-F2D8-40BA-8660-256889533136}" type="pres">
      <dgm:prSet presAssocID="{4E7EEFBE-EF71-4F44-BD59-DC8F5EA9E540}" presName="desTx" presStyleLbl="revTx" presStyleIdx="3" presStyleCnt="4">
        <dgm:presLayoutVars/>
      </dgm:prSet>
      <dgm:spPr/>
    </dgm:pt>
  </dgm:ptLst>
  <dgm:cxnLst>
    <dgm:cxn modelId="{A889FB05-4B31-477B-9A72-8E709CBF110D}" type="presOf" srcId="{485386F8-D896-4249-961F-5A994BD28654}" destId="{2D0C5C8E-F2D8-40BA-8660-256889533136}" srcOrd="0" destOrd="1" presId="urn:microsoft.com/office/officeart/2018/2/layout/IconLabelDescriptionList"/>
    <dgm:cxn modelId="{8B2C3022-854C-4CAA-A8D1-8D043BDF8BD1}" srcId="{4E7EEFBE-EF71-4F44-BD59-DC8F5EA9E540}" destId="{485386F8-D896-4249-961F-5A994BD28654}" srcOrd="1" destOrd="0" parTransId="{687D48E2-DE28-4695-BD51-11D7AEFDCE71}" sibTransId="{10457EBD-80C9-4AD1-87E3-D20F62F7F942}"/>
    <dgm:cxn modelId="{10696E28-6053-4A05-A82F-CBB9B932152C}" type="presOf" srcId="{4E7EEFBE-EF71-4F44-BD59-DC8F5EA9E540}" destId="{275908FD-26B6-4CD6-AAC9-72735ED81940}" srcOrd="0" destOrd="0" presId="urn:microsoft.com/office/officeart/2018/2/layout/IconLabelDescriptionList"/>
    <dgm:cxn modelId="{C1F05531-1D57-4340-8F31-B0854A9B3DD9}" type="presOf" srcId="{D07126B2-B452-4F7F-ADD5-07060DC19E12}" destId="{7F044D8E-5FAC-4CC8-ABB5-DB32F36E2134}" srcOrd="0" destOrd="0" presId="urn:microsoft.com/office/officeart/2018/2/layout/IconLabelDescriptionList"/>
    <dgm:cxn modelId="{F196A234-0F51-456D-9C16-BA01CEA6C26F}" type="presOf" srcId="{6B1D709D-A0DD-4E69-A363-C06447C85906}" destId="{7F044D8E-5FAC-4CC8-ABB5-DB32F36E2134}" srcOrd="0" destOrd="1" presId="urn:microsoft.com/office/officeart/2018/2/layout/IconLabelDescriptionList"/>
    <dgm:cxn modelId="{CC6C7837-13A4-4FA4-AF45-E504B82CD3BA}" srcId="{4E7EEFBE-EF71-4F44-BD59-DC8F5EA9E540}" destId="{2EA278A6-6C18-4BE6-AB6D-0555998DE3C5}" srcOrd="2" destOrd="0" parTransId="{3E83F8E6-AC02-4E77-95AA-D4165AC4A940}" sibTransId="{77CD0B07-EB1A-44B6-8963-D6093CB727AB}"/>
    <dgm:cxn modelId="{A961A151-1048-4B75-AE81-CC00D85C01D9}" srcId="{B031D49B-95E8-4B73-856D-0B39F665B8FF}" destId="{A1CEBADE-5133-47D7-8591-1C2FD944587D}" srcOrd="2" destOrd="0" parTransId="{A518F3C4-2C01-4050-9056-6948710FF2DD}" sibTransId="{B39EC922-17C1-4DBA-B865-96C2C43D30CF}"/>
    <dgm:cxn modelId="{3C859B5D-5A28-4D28-AE6D-E7045521DB0A}" type="presOf" srcId="{A1CEBADE-5133-47D7-8591-1C2FD944587D}" destId="{7F044D8E-5FAC-4CC8-ABB5-DB32F36E2134}" srcOrd="0" destOrd="2" presId="urn:microsoft.com/office/officeart/2018/2/layout/IconLabelDescriptionList"/>
    <dgm:cxn modelId="{59F4DD78-DC31-4665-9EB5-2229369B90C0}" type="presOf" srcId="{1C221EC5-A90E-434F-A78F-90795DBB89FD}" destId="{AC33A926-B30C-406E-B797-32BCA6CE3109}" srcOrd="0" destOrd="0" presId="urn:microsoft.com/office/officeart/2018/2/layout/IconLabelDescriptionList"/>
    <dgm:cxn modelId="{639C039C-FCED-4867-B144-611BFAA5FAB0}" type="presOf" srcId="{B031D49B-95E8-4B73-856D-0B39F665B8FF}" destId="{034F07B8-CBBD-4D68-8AEC-B2736FBD1F97}" srcOrd="0" destOrd="0" presId="urn:microsoft.com/office/officeart/2018/2/layout/IconLabelDescriptionList"/>
    <dgm:cxn modelId="{4C477CA0-AFB8-4F7B-8CDB-370620B70A39}" srcId="{B031D49B-95E8-4B73-856D-0B39F665B8FF}" destId="{D07126B2-B452-4F7F-ADD5-07060DC19E12}" srcOrd="0" destOrd="0" parTransId="{29C01283-8956-4E54-9F95-659AF2965F0F}" sibTransId="{FCC54A86-DC20-484F-8131-925D253EE84E}"/>
    <dgm:cxn modelId="{A45B04B4-4CF4-494E-A9C4-9EA81239ADE4}" srcId="{1C221EC5-A90E-434F-A78F-90795DBB89FD}" destId="{4E7EEFBE-EF71-4F44-BD59-DC8F5EA9E540}" srcOrd="1" destOrd="0" parTransId="{1240D806-0934-42FB-B00D-28DE4BB0F0AA}" sibTransId="{3FFC6D7B-A371-483D-9744-466804A85B22}"/>
    <dgm:cxn modelId="{C537FCB4-DA25-483B-A0AE-1C4B177907EE}" srcId="{4E7EEFBE-EF71-4F44-BD59-DC8F5EA9E540}" destId="{358168BC-61B4-4108-B533-AE4A147FE9CE}" srcOrd="0" destOrd="0" parTransId="{621D0F79-684F-4329-8F9D-D6587F7CD3B1}" sibTransId="{89EC9ACA-4AAD-42C0-923E-3D8ADEE5C309}"/>
    <dgm:cxn modelId="{BE9222D2-C4E8-4BEE-8E71-0E3C00E557BC}" srcId="{1C221EC5-A90E-434F-A78F-90795DBB89FD}" destId="{B031D49B-95E8-4B73-856D-0B39F665B8FF}" srcOrd="0" destOrd="0" parTransId="{7B9F8262-F23D-4F87-9C8C-EBA00FE90BFA}" sibTransId="{20EA4EFC-9C7D-4B3E-8D5D-5464DC1A1D3A}"/>
    <dgm:cxn modelId="{FD8D66D8-35A1-48FB-806D-EF5B96A2390B}" srcId="{B031D49B-95E8-4B73-856D-0B39F665B8FF}" destId="{6B1D709D-A0DD-4E69-A363-C06447C85906}" srcOrd="1" destOrd="0" parTransId="{65611D8D-5739-4E50-AD3C-7DEB92CD8694}" sibTransId="{4DD15618-E365-41D4-81FE-EF091E2D64F6}"/>
    <dgm:cxn modelId="{48AB2BF2-3AA1-4723-926A-1925158C3F4A}" type="presOf" srcId="{358168BC-61B4-4108-B533-AE4A147FE9CE}" destId="{2D0C5C8E-F2D8-40BA-8660-256889533136}" srcOrd="0" destOrd="0" presId="urn:microsoft.com/office/officeart/2018/2/layout/IconLabelDescriptionList"/>
    <dgm:cxn modelId="{6B9EFEFD-4B91-423D-9106-D62A96E8ED2E}" type="presOf" srcId="{2EA278A6-6C18-4BE6-AB6D-0555998DE3C5}" destId="{2D0C5C8E-F2D8-40BA-8660-256889533136}" srcOrd="0" destOrd="2" presId="urn:microsoft.com/office/officeart/2018/2/layout/IconLabelDescriptionList"/>
    <dgm:cxn modelId="{3154F722-3F3C-4E95-8E04-DAC6E30149C1}" type="presParOf" srcId="{AC33A926-B30C-406E-B797-32BCA6CE3109}" destId="{0116F0F1-E0CB-40B3-B1BA-559FE76C29FE}" srcOrd="0" destOrd="0" presId="urn:microsoft.com/office/officeart/2018/2/layout/IconLabelDescriptionList"/>
    <dgm:cxn modelId="{08EE3AAD-7167-45B6-AE7C-0E7D4299C3F8}" type="presParOf" srcId="{0116F0F1-E0CB-40B3-B1BA-559FE76C29FE}" destId="{205F7666-ED58-4443-AB91-B28B4E2CDA61}" srcOrd="0" destOrd="0" presId="urn:microsoft.com/office/officeart/2018/2/layout/IconLabelDescriptionList"/>
    <dgm:cxn modelId="{D4DE6906-D518-41F6-B24C-9F88C50FDA99}" type="presParOf" srcId="{0116F0F1-E0CB-40B3-B1BA-559FE76C29FE}" destId="{D3EDA791-A078-41DC-BA60-74BB63D77C93}" srcOrd="1" destOrd="0" presId="urn:microsoft.com/office/officeart/2018/2/layout/IconLabelDescriptionList"/>
    <dgm:cxn modelId="{2DF97CEE-27A7-4478-B882-CAA969FBE8C2}" type="presParOf" srcId="{0116F0F1-E0CB-40B3-B1BA-559FE76C29FE}" destId="{034F07B8-CBBD-4D68-8AEC-B2736FBD1F97}" srcOrd="2" destOrd="0" presId="urn:microsoft.com/office/officeart/2018/2/layout/IconLabelDescriptionList"/>
    <dgm:cxn modelId="{B8E08BFA-9C55-4D90-963C-F26B0F7DA686}" type="presParOf" srcId="{0116F0F1-E0CB-40B3-B1BA-559FE76C29FE}" destId="{E9013277-51B7-417D-8F32-A5D5FAFB6E0A}" srcOrd="3" destOrd="0" presId="urn:microsoft.com/office/officeart/2018/2/layout/IconLabelDescriptionList"/>
    <dgm:cxn modelId="{54421D57-080A-49BC-A6FB-A8B025184869}" type="presParOf" srcId="{0116F0F1-E0CB-40B3-B1BA-559FE76C29FE}" destId="{7F044D8E-5FAC-4CC8-ABB5-DB32F36E2134}" srcOrd="4" destOrd="0" presId="urn:microsoft.com/office/officeart/2018/2/layout/IconLabelDescriptionList"/>
    <dgm:cxn modelId="{D3AD7BD1-6350-4AF5-BF22-F4F472E60C64}" type="presParOf" srcId="{AC33A926-B30C-406E-B797-32BCA6CE3109}" destId="{2F8F9C90-DD13-4772-BB69-13D231134C9C}" srcOrd="1" destOrd="0" presId="urn:microsoft.com/office/officeart/2018/2/layout/IconLabelDescriptionList"/>
    <dgm:cxn modelId="{4B5BA4A1-50FB-4DB6-A529-2C1357FA2A43}" type="presParOf" srcId="{AC33A926-B30C-406E-B797-32BCA6CE3109}" destId="{D73FDA00-DA72-4D03-833B-C96E899B7CE7}" srcOrd="2" destOrd="0" presId="urn:microsoft.com/office/officeart/2018/2/layout/IconLabelDescriptionList"/>
    <dgm:cxn modelId="{C03E2E63-0FA6-476F-B40D-0873C5AA8E8D}" type="presParOf" srcId="{D73FDA00-DA72-4D03-833B-C96E899B7CE7}" destId="{DC5ED0CD-BF9A-4DC4-9A43-A16E3022F44E}" srcOrd="0" destOrd="0" presId="urn:microsoft.com/office/officeart/2018/2/layout/IconLabelDescriptionList"/>
    <dgm:cxn modelId="{F71C5874-4AF4-4465-8107-35A952CCA4AB}" type="presParOf" srcId="{D73FDA00-DA72-4D03-833B-C96E899B7CE7}" destId="{C2F0FD5F-897E-4749-8A64-4CF27C51ED3A}" srcOrd="1" destOrd="0" presId="urn:microsoft.com/office/officeart/2018/2/layout/IconLabelDescriptionList"/>
    <dgm:cxn modelId="{087138C8-3C44-47E5-8683-CA5757A82616}" type="presParOf" srcId="{D73FDA00-DA72-4D03-833B-C96E899B7CE7}" destId="{275908FD-26B6-4CD6-AAC9-72735ED81940}" srcOrd="2" destOrd="0" presId="urn:microsoft.com/office/officeart/2018/2/layout/IconLabelDescriptionList"/>
    <dgm:cxn modelId="{31E8DB54-98D5-4009-AD18-CA998FBD92BE}" type="presParOf" srcId="{D73FDA00-DA72-4D03-833B-C96E899B7CE7}" destId="{765591A4-20EF-48D7-AD0C-D341F6BB1796}" srcOrd="3" destOrd="0" presId="urn:microsoft.com/office/officeart/2018/2/layout/IconLabelDescriptionList"/>
    <dgm:cxn modelId="{D68510D2-EAC8-498F-A596-78D9CDECF7DB}" type="presParOf" srcId="{D73FDA00-DA72-4D03-833B-C96E899B7CE7}" destId="{2D0C5C8E-F2D8-40BA-8660-256889533136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B95C084-56CC-49D0-AF49-38E4A6561C2B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9DE0F8F-95FA-456C-B9E8-B8AA65605F0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Run your agent until it returns the expected output </a:t>
          </a:r>
        </a:p>
      </dgm:t>
    </dgm:pt>
    <dgm:pt modelId="{556B8184-C205-4F53-A965-D2A286E4B081}" type="parTrans" cxnId="{6140AB01-E2B4-4DE6-9262-B71CAE253A4D}">
      <dgm:prSet/>
      <dgm:spPr/>
      <dgm:t>
        <a:bodyPr/>
        <a:lstStyle/>
        <a:p>
          <a:endParaRPr lang="en-US"/>
        </a:p>
      </dgm:t>
    </dgm:pt>
    <dgm:pt modelId="{9A6550B4-9A34-46C3-9E3B-0CE103FF4673}" type="sibTrans" cxnId="{6140AB01-E2B4-4DE6-9262-B71CAE253A4D}">
      <dgm:prSet/>
      <dgm:spPr/>
      <dgm:t>
        <a:bodyPr/>
        <a:lstStyle/>
        <a:p>
          <a:endParaRPr lang="en-US"/>
        </a:p>
      </dgm:t>
    </dgm:pt>
    <dgm:pt modelId="{9D9C482E-8333-438A-BCD2-291F5D8D2FA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Put your agent in a github repository and share it with us for review </a:t>
          </a:r>
        </a:p>
      </dgm:t>
    </dgm:pt>
    <dgm:pt modelId="{367470C1-4566-4241-8941-2B6A8F7E917E}" type="parTrans" cxnId="{418B2097-125B-4869-9750-734248CA1C4E}">
      <dgm:prSet/>
      <dgm:spPr/>
      <dgm:t>
        <a:bodyPr/>
        <a:lstStyle/>
        <a:p>
          <a:endParaRPr lang="en-US"/>
        </a:p>
      </dgm:t>
    </dgm:pt>
    <dgm:pt modelId="{4D9B1D17-60E5-4A6A-9491-9FF151707723}" type="sibTrans" cxnId="{418B2097-125B-4869-9750-734248CA1C4E}">
      <dgm:prSet/>
      <dgm:spPr/>
      <dgm:t>
        <a:bodyPr/>
        <a:lstStyle/>
        <a:p>
          <a:endParaRPr lang="en-US"/>
        </a:p>
      </dgm:t>
    </dgm:pt>
    <dgm:pt modelId="{0A6A3454-A307-478C-8E9B-65A717752D91}" type="pres">
      <dgm:prSet presAssocID="{6B95C084-56CC-49D0-AF49-38E4A6561C2B}" presName="root" presStyleCnt="0">
        <dgm:presLayoutVars>
          <dgm:dir/>
          <dgm:resizeHandles val="exact"/>
        </dgm:presLayoutVars>
      </dgm:prSet>
      <dgm:spPr/>
    </dgm:pt>
    <dgm:pt modelId="{14420AC4-77B0-4EEB-949C-748DC08AFA61}" type="pres">
      <dgm:prSet presAssocID="{A9DE0F8F-95FA-456C-B9E8-B8AA65605F04}" presName="compNode" presStyleCnt="0"/>
      <dgm:spPr/>
    </dgm:pt>
    <dgm:pt modelId="{29582A75-1811-4DB2-AAD7-29619321F2C8}" type="pres">
      <dgm:prSet presAssocID="{A9DE0F8F-95FA-456C-B9E8-B8AA65605F04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gister"/>
        </a:ext>
      </dgm:extLst>
    </dgm:pt>
    <dgm:pt modelId="{E84D7CED-D268-4162-BA2F-A05580EF2F0B}" type="pres">
      <dgm:prSet presAssocID="{A9DE0F8F-95FA-456C-B9E8-B8AA65605F04}" presName="spaceRect" presStyleCnt="0"/>
      <dgm:spPr/>
    </dgm:pt>
    <dgm:pt modelId="{C772C146-C1BE-4FF7-8E32-64DC877931F0}" type="pres">
      <dgm:prSet presAssocID="{A9DE0F8F-95FA-456C-B9E8-B8AA65605F04}" presName="textRect" presStyleLbl="revTx" presStyleIdx="0" presStyleCnt="2">
        <dgm:presLayoutVars>
          <dgm:chMax val="1"/>
          <dgm:chPref val="1"/>
        </dgm:presLayoutVars>
      </dgm:prSet>
      <dgm:spPr/>
    </dgm:pt>
    <dgm:pt modelId="{73305AFC-FA9D-4CC6-A92A-34A2598A03ED}" type="pres">
      <dgm:prSet presAssocID="{9A6550B4-9A34-46C3-9E3B-0CE103FF4673}" presName="sibTrans" presStyleCnt="0"/>
      <dgm:spPr/>
    </dgm:pt>
    <dgm:pt modelId="{1D417866-05BB-47C5-8ACC-D2D40D64D91E}" type="pres">
      <dgm:prSet presAssocID="{9D9C482E-8333-438A-BCD2-291F5D8D2FA2}" presName="compNode" presStyleCnt="0"/>
      <dgm:spPr/>
    </dgm:pt>
    <dgm:pt modelId="{26D47001-676B-4559-938D-5CD108E5E1CB}" type="pres">
      <dgm:prSet presAssocID="{9D9C482E-8333-438A-BCD2-291F5D8D2FA2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wnload"/>
        </a:ext>
      </dgm:extLst>
    </dgm:pt>
    <dgm:pt modelId="{CB95B15A-528C-4AFB-8F50-DC9678E934B4}" type="pres">
      <dgm:prSet presAssocID="{9D9C482E-8333-438A-BCD2-291F5D8D2FA2}" presName="spaceRect" presStyleCnt="0"/>
      <dgm:spPr/>
    </dgm:pt>
    <dgm:pt modelId="{0798C356-2DE2-40F8-8860-75AC8093B4D7}" type="pres">
      <dgm:prSet presAssocID="{9D9C482E-8333-438A-BCD2-291F5D8D2FA2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6140AB01-E2B4-4DE6-9262-B71CAE253A4D}" srcId="{6B95C084-56CC-49D0-AF49-38E4A6561C2B}" destId="{A9DE0F8F-95FA-456C-B9E8-B8AA65605F04}" srcOrd="0" destOrd="0" parTransId="{556B8184-C205-4F53-A965-D2A286E4B081}" sibTransId="{9A6550B4-9A34-46C3-9E3B-0CE103FF4673}"/>
    <dgm:cxn modelId="{18E82932-28EB-4BD9-BC69-A3F484DFD74F}" type="presOf" srcId="{6B95C084-56CC-49D0-AF49-38E4A6561C2B}" destId="{0A6A3454-A307-478C-8E9B-65A717752D91}" srcOrd="0" destOrd="0" presId="urn:microsoft.com/office/officeart/2018/2/layout/IconLabelList"/>
    <dgm:cxn modelId="{53ED5935-7361-4C37-8EA3-6DCB9DAF3515}" type="presOf" srcId="{9D9C482E-8333-438A-BCD2-291F5D8D2FA2}" destId="{0798C356-2DE2-40F8-8860-75AC8093B4D7}" srcOrd="0" destOrd="0" presId="urn:microsoft.com/office/officeart/2018/2/layout/IconLabelList"/>
    <dgm:cxn modelId="{418B2097-125B-4869-9750-734248CA1C4E}" srcId="{6B95C084-56CC-49D0-AF49-38E4A6561C2B}" destId="{9D9C482E-8333-438A-BCD2-291F5D8D2FA2}" srcOrd="1" destOrd="0" parTransId="{367470C1-4566-4241-8941-2B6A8F7E917E}" sibTransId="{4D9B1D17-60E5-4A6A-9491-9FF151707723}"/>
    <dgm:cxn modelId="{239705AD-52F4-4053-9ABD-49DC5A18F221}" type="presOf" srcId="{A9DE0F8F-95FA-456C-B9E8-B8AA65605F04}" destId="{C772C146-C1BE-4FF7-8E32-64DC877931F0}" srcOrd="0" destOrd="0" presId="urn:microsoft.com/office/officeart/2018/2/layout/IconLabelList"/>
    <dgm:cxn modelId="{932542E8-5795-4076-A82B-EB42BD411DCD}" type="presParOf" srcId="{0A6A3454-A307-478C-8E9B-65A717752D91}" destId="{14420AC4-77B0-4EEB-949C-748DC08AFA61}" srcOrd="0" destOrd="0" presId="urn:microsoft.com/office/officeart/2018/2/layout/IconLabelList"/>
    <dgm:cxn modelId="{F2F83327-7A43-4A22-BFDD-56113DE5D881}" type="presParOf" srcId="{14420AC4-77B0-4EEB-949C-748DC08AFA61}" destId="{29582A75-1811-4DB2-AAD7-29619321F2C8}" srcOrd="0" destOrd="0" presId="urn:microsoft.com/office/officeart/2018/2/layout/IconLabelList"/>
    <dgm:cxn modelId="{9C045525-31DB-4863-82F3-B166B05B986F}" type="presParOf" srcId="{14420AC4-77B0-4EEB-949C-748DC08AFA61}" destId="{E84D7CED-D268-4162-BA2F-A05580EF2F0B}" srcOrd="1" destOrd="0" presId="urn:microsoft.com/office/officeart/2018/2/layout/IconLabelList"/>
    <dgm:cxn modelId="{7DB8A8AD-4051-4CE8-B6B7-243BFA716949}" type="presParOf" srcId="{14420AC4-77B0-4EEB-949C-748DC08AFA61}" destId="{C772C146-C1BE-4FF7-8E32-64DC877931F0}" srcOrd="2" destOrd="0" presId="urn:microsoft.com/office/officeart/2018/2/layout/IconLabelList"/>
    <dgm:cxn modelId="{A723D053-F53F-4F73-AA21-780808B885BA}" type="presParOf" srcId="{0A6A3454-A307-478C-8E9B-65A717752D91}" destId="{73305AFC-FA9D-4CC6-A92A-34A2598A03ED}" srcOrd="1" destOrd="0" presId="urn:microsoft.com/office/officeart/2018/2/layout/IconLabelList"/>
    <dgm:cxn modelId="{B6FCAD3C-841B-4892-BD38-FBD44AC5FC8B}" type="presParOf" srcId="{0A6A3454-A307-478C-8E9B-65A717752D91}" destId="{1D417866-05BB-47C5-8ACC-D2D40D64D91E}" srcOrd="2" destOrd="0" presId="urn:microsoft.com/office/officeart/2018/2/layout/IconLabelList"/>
    <dgm:cxn modelId="{FFDD3868-8629-4C8B-8A98-2B186B3532C4}" type="presParOf" srcId="{1D417866-05BB-47C5-8ACC-D2D40D64D91E}" destId="{26D47001-676B-4559-938D-5CD108E5E1CB}" srcOrd="0" destOrd="0" presId="urn:microsoft.com/office/officeart/2018/2/layout/IconLabelList"/>
    <dgm:cxn modelId="{9025C20E-8914-4BA8-9932-E906B1E81B44}" type="presParOf" srcId="{1D417866-05BB-47C5-8ACC-D2D40D64D91E}" destId="{CB95B15A-528C-4AFB-8F50-DC9678E934B4}" srcOrd="1" destOrd="0" presId="urn:microsoft.com/office/officeart/2018/2/layout/IconLabelList"/>
    <dgm:cxn modelId="{4C33F350-431B-42B1-A883-F35A1FD4098C}" type="presParOf" srcId="{1D417866-05BB-47C5-8ACC-D2D40D64D91E}" destId="{0798C356-2DE2-40F8-8860-75AC8093B4D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6862E9-F3B6-C540-9FA4-AC057B97FF61}">
      <dsp:nvSpPr>
        <dsp:cNvPr id="0" name=""/>
        <dsp:cNvSpPr/>
      </dsp:nvSpPr>
      <dsp:spPr>
        <a:xfrm>
          <a:off x="280812" y="230178"/>
          <a:ext cx="2752814" cy="97639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Project: ”internet of agents”</a:t>
          </a:r>
        </a:p>
      </dsp:txBody>
      <dsp:txXfrm>
        <a:off x="309410" y="258776"/>
        <a:ext cx="2695618" cy="919200"/>
      </dsp:txXfrm>
    </dsp:sp>
    <dsp:sp modelId="{1AB63565-621B-F047-8DA9-36AAFD87015D}">
      <dsp:nvSpPr>
        <dsp:cNvPr id="0" name=""/>
        <dsp:cNvSpPr/>
      </dsp:nvSpPr>
      <dsp:spPr>
        <a:xfrm rot="21440529">
          <a:off x="3032336" y="642576"/>
          <a:ext cx="2398267" cy="40390"/>
        </a:xfrm>
        <a:custGeom>
          <a:avLst/>
          <a:gdLst/>
          <a:ahLst/>
          <a:cxnLst/>
          <a:rect l="0" t="0" r="0" b="0"/>
          <a:pathLst>
            <a:path>
              <a:moveTo>
                <a:pt x="0" y="20195"/>
              </a:moveTo>
              <a:lnTo>
                <a:pt x="2398267" y="20195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>
        <a:off x="4171513" y="602814"/>
        <a:ext cx="119913" cy="119913"/>
      </dsp:txXfrm>
    </dsp:sp>
    <dsp:sp modelId="{FAD730E1-9AC5-F349-A80C-D0E092259988}">
      <dsp:nvSpPr>
        <dsp:cNvPr id="0" name=""/>
        <dsp:cNvSpPr/>
      </dsp:nvSpPr>
      <dsp:spPr>
        <a:xfrm>
          <a:off x="5429313" y="118967"/>
          <a:ext cx="4276950" cy="97639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Internet decentralizes data: anyone uploads, system stores/queries, anyone downloads </a:t>
          </a:r>
        </a:p>
      </dsp:txBody>
      <dsp:txXfrm>
        <a:off x="5457911" y="147565"/>
        <a:ext cx="4219754" cy="919200"/>
      </dsp:txXfrm>
    </dsp:sp>
    <dsp:sp modelId="{7ACB16E9-0261-D645-AD1B-FD1688FA36C5}">
      <dsp:nvSpPr>
        <dsp:cNvPr id="0" name=""/>
        <dsp:cNvSpPr/>
      </dsp:nvSpPr>
      <dsp:spPr>
        <a:xfrm rot="1625490">
          <a:off x="2903946" y="1236445"/>
          <a:ext cx="2363847" cy="40390"/>
        </a:xfrm>
        <a:custGeom>
          <a:avLst/>
          <a:gdLst/>
          <a:ahLst/>
          <a:cxnLst/>
          <a:rect l="0" t="0" r="0" b="0"/>
          <a:pathLst>
            <a:path>
              <a:moveTo>
                <a:pt x="0" y="20195"/>
              </a:moveTo>
              <a:lnTo>
                <a:pt x="2363847" y="20195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>
        <a:off x="4026773" y="1197544"/>
        <a:ext cx="118192" cy="118192"/>
      </dsp:txXfrm>
    </dsp:sp>
    <dsp:sp modelId="{EBD11612-8309-C740-98FD-FA6F30AAF090}">
      <dsp:nvSpPr>
        <dsp:cNvPr id="0" name=""/>
        <dsp:cNvSpPr/>
      </dsp:nvSpPr>
      <dsp:spPr>
        <a:xfrm>
          <a:off x="5138113" y="1306705"/>
          <a:ext cx="5187869" cy="97639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This project decentralizes agents: anyone uploads an agent, the system routes/coordinates, anyone taps the coordinated system </a:t>
          </a:r>
        </a:p>
      </dsp:txBody>
      <dsp:txXfrm>
        <a:off x="5166711" y="1335303"/>
        <a:ext cx="5130673" cy="919200"/>
      </dsp:txXfrm>
    </dsp:sp>
    <dsp:sp modelId="{1BDDE762-8A3C-E843-99CF-E4D0F8493FA4}">
      <dsp:nvSpPr>
        <dsp:cNvPr id="0" name=""/>
        <dsp:cNvSpPr/>
      </dsp:nvSpPr>
      <dsp:spPr>
        <a:xfrm>
          <a:off x="301746" y="1960519"/>
          <a:ext cx="4017150" cy="97639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By next Wednesday y’all should submit agents for us to ingest 😋</a:t>
          </a:r>
        </a:p>
      </dsp:txBody>
      <dsp:txXfrm>
        <a:off x="330344" y="1989117"/>
        <a:ext cx="3959954" cy="919200"/>
      </dsp:txXfrm>
    </dsp:sp>
    <dsp:sp modelId="{A6204CAC-5BD4-5B43-B16D-06A67C65F056}">
      <dsp:nvSpPr>
        <dsp:cNvPr id="0" name=""/>
        <dsp:cNvSpPr/>
      </dsp:nvSpPr>
      <dsp:spPr>
        <a:xfrm>
          <a:off x="726947" y="3201696"/>
          <a:ext cx="8214661" cy="97639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This presentation should make it as easy as possible for you to make system-compatible agents! (you’re welcome!)</a:t>
          </a:r>
        </a:p>
      </dsp:txBody>
      <dsp:txXfrm>
        <a:off x="755545" y="3230294"/>
        <a:ext cx="8157465" cy="9192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5F7666-ED58-4443-AB91-B28B4E2CDA61}">
      <dsp:nvSpPr>
        <dsp:cNvPr id="0" name=""/>
        <dsp:cNvSpPr/>
      </dsp:nvSpPr>
      <dsp:spPr>
        <a:xfrm>
          <a:off x="564387" y="0"/>
          <a:ext cx="1510523" cy="13776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4F07B8-CBBD-4D68-8AEC-B2736FBD1F97}">
      <dsp:nvSpPr>
        <dsp:cNvPr id="0" name=""/>
        <dsp:cNvSpPr/>
      </dsp:nvSpPr>
      <dsp:spPr>
        <a:xfrm>
          <a:off x="564387" y="1548244"/>
          <a:ext cx="4315781" cy="590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300" kern="1200"/>
            <a:t>Option A: fill in LLM-tool loop </a:t>
          </a:r>
        </a:p>
      </dsp:txBody>
      <dsp:txXfrm>
        <a:off x="564387" y="1548244"/>
        <a:ext cx="4315781" cy="590400"/>
      </dsp:txXfrm>
    </dsp:sp>
    <dsp:sp modelId="{7F044D8E-5FAC-4CC8-ABB5-DB32F36E2134}">
      <dsp:nvSpPr>
        <dsp:cNvPr id="0" name=""/>
        <dsp:cNvSpPr/>
      </dsp:nvSpPr>
      <dsp:spPr>
        <a:xfrm>
          <a:off x="564387" y="2218014"/>
          <a:ext cx="4315781" cy="21333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task you want to automate can be decomposed into a system prompt + a few tools 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Less control, simpler 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/>
            <a:t>E.g</a:t>
          </a:r>
          <a:r>
            <a:rPr lang="en-US" sz="1700" kern="1200" dirty="0"/>
            <a:t>: pdf-reading agent that can call an OCR tool, then NLP call on the text with an LLM; decides which tools to use at each step and based on results of prior steps </a:t>
          </a:r>
        </a:p>
      </dsp:txBody>
      <dsp:txXfrm>
        <a:off x="564387" y="2218014"/>
        <a:ext cx="4315781" cy="2133323"/>
      </dsp:txXfrm>
    </dsp:sp>
    <dsp:sp modelId="{DC5ED0CD-BF9A-4DC4-9A43-A16E3022F44E}">
      <dsp:nvSpPr>
        <dsp:cNvPr id="0" name=""/>
        <dsp:cNvSpPr/>
      </dsp:nvSpPr>
      <dsp:spPr>
        <a:xfrm>
          <a:off x="5635430" y="0"/>
          <a:ext cx="1510523" cy="13776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5908FD-26B6-4CD6-AAC9-72735ED81940}">
      <dsp:nvSpPr>
        <dsp:cNvPr id="0" name=""/>
        <dsp:cNvSpPr/>
      </dsp:nvSpPr>
      <dsp:spPr>
        <a:xfrm>
          <a:off x="5635430" y="1548244"/>
          <a:ext cx="4315781" cy="590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300" kern="1200"/>
            <a:t>Option B: custom folder upload </a:t>
          </a:r>
        </a:p>
      </dsp:txBody>
      <dsp:txXfrm>
        <a:off x="5635430" y="1548244"/>
        <a:ext cx="4315781" cy="590400"/>
      </dsp:txXfrm>
    </dsp:sp>
    <dsp:sp modelId="{2D0C5C8E-F2D8-40BA-8660-256889533136}">
      <dsp:nvSpPr>
        <dsp:cNvPr id="0" name=""/>
        <dsp:cNvSpPr/>
      </dsp:nvSpPr>
      <dsp:spPr>
        <a:xfrm>
          <a:off x="5635430" y="2218014"/>
          <a:ext cx="4315781" cy="21333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You already have a lot of convoluted code in a folder completing a task 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More control, but also much more complex as you need to handle all the agent’s internals 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/>
            <a:t>E.g</a:t>
          </a:r>
          <a:r>
            <a:rPr lang="en-US" sz="1700" kern="1200" dirty="0"/>
            <a:t>: agent composed of sub-agents each with their own LLM tool-loops </a:t>
          </a:r>
        </a:p>
      </dsp:txBody>
      <dsp:txXfrm>
        <a:off x="5635430" y="2218014"/>
        <a:ext cx="4315781" cy="213332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582A75-1811-4DB2-AAD7-29619321F2C8}">
      <dsp:nvSpPr>
        <dsp:cNvPr id="0" name=""/>
        <dsp:cNvSpPr/>
      </dsp:nvSpPr>
      <dsp:spPr>
        <a:xfrm>
          <a:off x="1747800" y="608594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72C146-C1BE-4FF7-8E32-64DC877931F0}">
      <dsp:nvSpPr>
        <dsp:cNvPr id="0" name=""/>
        <dsp:cNvSpPr/>
      </dsp:nvSpPr>
      <dsp:spPr>
        <a:xfrm>
          <a:off x="559800" y="3022743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Run your agent until it returns the expected output </a:t>
          </a:r>
        </a:p>
      </dsp:txBody>
      <dsp:txXfrm>
        <a:off x="559800" y="3022743"/>
        <a:ext cx="4320000" cy="720000"/>
      </dsp:txXfrm>
    </dsp:sp>
    <dsp:sp modelId="{26D47001-676B-4559-938D-5CD108E5E1CB}">
      <dsp:nvSpPr>
        <dsp:cNvPr id="0" name=""/>
        <dsp:cNvSpPr/>
      </dsp:nvSpPr>
      <dsp:spPr>
        <a:xfrm>
          <a:off x="6823800" y="608594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98C356-2DE2-40F8-8860-75AC8093B4D7}">
      <dsp:nvSpPr>
        <dsp:cNvPr id="0" name=""/>
        <dsp:cNvSpPr/>
      </dsp:nvSpPr>
      <dsp:spPr>
        <a:xfrm>
          <a:off x="5635800" y="3022743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Put your agent in a github repository and share it with us for review </a:t>
          </a:r>
        </a:p>
      </dsp:txBody>
      <dsp:txXfrm>
        <a:off x="5635800" y="3022743"/>
        <a:ext cx="432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8D468-5D70-47E2-BD1E-0EDB7A260A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DC9C14-EE46-FD91-29C5-F8DFEB2BC8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B7697C-6C93-5750-28D7-B52BAB080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23747-CDEA-264D-A94D-5BDD1111C1E2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BF7FCF-DBBA-BDF3-049D-BD247C28C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A37DF-25DD-60F4-423A-706357B56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F204F-D5FE-E941-A7A8-BF8310BCBD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25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5BC22-563C-1BC8-6B83-8963A1B5E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AE1CE-1B6D-5B72-6C70-0CBFF06691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056E79-DCF7-C4E2-D701-1F5DE6DA5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23747-CDEA-264D-A94D-5BDD1111C1E2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716729-D433-921E-8A1E-9591C3774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C7CEB2-0A97-3FBD-03AE-D83083716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F204F-D5FE-E941-A7A8-BF8310BCBD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997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EF476-F8DC-7143-828E-BC59EC8EA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7137D-4E7D-D298-92E9-FAF6FF57A1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70E049-A2BC-F695-594C-BF0493168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23747-CDEA-264D-A94D-5BDD1111C1E2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02D7F0-F65C-858A-6CB5-E00AF0D34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F2256C-F2F9-25D4-B7FC-14C4DDE0F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F204F-D5FE-E941-A7A8-BF8310BCBD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537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3F8FB-1CE4-18EC-98AD-3B385DFCB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22C37-080B-3382-BC82-D7BA431245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09EBC5-7A0F-37F1-FE11-55698C8068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6080D9-330C-5D94-5FF7-078B904AC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23747-CDEA-264D-A94D-5BDD1111C1E2}" type="datetimeFigureOut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3B1524-CCDF-5313-155F-8CD28E9ED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84C034-A4CA-7919-D2A3-3DB7717BF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F204F-D5FE-E941-A7A8-BF8310BCBD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580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68DE3-2099-891C-DFE3-0952C49B4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CD5566-A7D3-1366-3212-9EAB8CB2AF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AFD32D-072C-C59C-32D2-DD4FD3CE22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7D5C3A-47AB-42A8-C1AA-624EAE2520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13BE2C-C60C-1121-07FC-36765AB568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650AC0-D863-0A10-3A55-CA5BB9FFB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23747-CDEA-264D-A94D-5BDD1111C1E2}" type="datetimeFigureOut">
              <a:rPr lang="en-US" smtClean="0"/>
              <a:t>7/16/26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4706AA-6120-8B3F-089B-7BE5A30B9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ADC310-5553-C2DF-2B99-27FF7D906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F204F-D5FE-E941-A7A8-BF8310BCBD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729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1DA43-5D7B-7F2A-9B5D-92D02AFDC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BE6BE5-9AAD-2610-A1D2-8FF0D0C36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23747-CDEA-264D-A94D-5BDD1111C1E2}" type="datetimeFigureOut">
              <a:rPr lang="en-US" smtClean="0"/>
              <a:t>7/16/26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E8C533-6EDA-93CE-92C5-1D4E9152C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F6CDBB-1EE0-892E-BE3D-109760690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F204F-D5FE-E941-A7A8-BF8310BCBD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06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26EA6C-1DC9-7E27-86A1-C65C7B06C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23747-CDEA-264D-A94D-5BDD1111C1E2}" type="datetimeFigureOut">
              <a:rPr lang="en-US" smtClean="0"/>
              <a:t>7/16/26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41854A-A1E2-7D18-4175-02F6415C3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17781C-F563-F3E7-8005-F4A8FB7E1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F204F-D5FE-E941-A7A8-BF8310BCBD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140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5F9AB-3EF6-A332-85B5-92D68AEEB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97244-4E12-9D86-4240-9B7B425031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20BA98-47C4-06B8-2FC6-AC814632C6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AE4D78-4E5F-828C-4FE1-CABCC22D2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23747-CDEA-264D-A94D-5BDD1111C1E2}" type="datetimeFigureOut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C84ED9-BCA9-08B2-22A5-18A4DECED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EF7D30-4FAA-7E91-82EF-0188EA8FD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F204F-D5FE-E941-A7A8-BF8310BCBD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077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72AF6-29DD-5731-E63C-1B811E3EA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81087D-0401-87A3-3925-AE9343390F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9DD96D-AC5F-FBC6-D300-374E4BBEF4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6532E8-AAE4-A671-673D-91D624BE8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23747-CDEA-264D-A94D-5BDD1111C1E2}" type="datetimeFigureOut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C87062-0063-BE71-DA2A-285471A2C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FC6BA9-D623-A2AF-76E1-1E07B2CD5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F204F-D5FE-E941-A7A8-BF8310BCBD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313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9FCCD-411E-F1A3-7234-A8C07C89D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2D51D0-B218-7D71-F72A-8375A5D8A7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20A800-6BA1-FB60-C6D1-D4D91100E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23747-CDEA-264D-A94D-5BDD1111C1E2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4EDC01-30F9-C985-6A2C-746E8783E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0EE2E2-DF62-6DEE-D458-603381AF3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F204F-D5FE-E941-A7A8-BF8310BCBD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880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20D220-59BE-8755-7ECB-BC825B44C1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1C2534-13E9-A668-A9E4-8AB5B972FE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F27FB-5D04-6FBF-8DB8-9EF22E5DB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23747-CDEA-264D-A94D-5BDD1111C1E2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9BDD7B-53C5-1AFF-E54A-01D9E1507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A1911A-7883-8D1F-67F0-4E17D0AB2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F204F-D5FE-E941-A7A8-BF8310BCBD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895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F6535A-27F6-C616-DFC4-CD3C4339F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84331E-8098-67C6-E79E-1E45AFB664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23479D-A6A7-0CDB-3B1B-8D27D3526C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C23747-CDEA-264D-A94D-5BDD1111C1E2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98640-85C2-4D6E-CAA4-F6AF77E394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54EFAF-A797-2CFC-E452-A21BC053B3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FF204F-D5FE-E941-A7A8-BF8310BCBD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636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7A09A6-472C-F38A-4459-BEF2F1036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78708" y="1100923"/>
            <a:ext cx="7160357" cy="3499557"/>
          </a:xfrm>
        </p:spPr>
        <p:txBody>
          <a:bodyPr anchor="t">
            <a:normAutofit/>
          </a:bodyPr>
          <a:lstStyle/>
          <a:p>
            <a:pPr algn="r"/>
            <a:r>
              <a:rPr lang="en-US" sz="8000" dirty="0">
                <a:solidFill>
                  <a:srgbClr val="FFFFFF"/>
                </a:solidFill>
              </a:rPr>
              <a:t>Building agents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59ED49-476D-EB18-E5A2-37320AB892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8228" y="5972174"/>
            <a:ext cx="8578699" cy="504825"/>
          </a:xfrm>
        </p:spPr>
        <p:txBody>
          <a:bodyPr>
            <a:normAutofit/>
          </a:bodyPr>
          <a:lstStyle/>
          <a:p>
            <a:pPr algn="l"/>
            <a:r>
              <a:rPr lang="en-US" sz="2000">
                <a:solidFill>
                  <a:srgbClr val="FFFFFF"/>
                </a:solidFill>
              </a:rPr>
              <a:t>By: your favorite guy ever </a:t>
            </a:r>
          </a:p>
        </p:txBody>
      </p:sp>
      <p:sp>
        <p:nvSpPr>
          <p:cNvPr id="15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9566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2DEED8D-45C5-714D-F76E-7220C01FD8A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766901-1E6A-AF64-2E68-F77E68572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Purpose of presentation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29AAE18-9629-E55B-8D19-F760675D72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90429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911397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9CFCDAF-46CE-4056-866C-5EE9122FDC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Rectangle">
            <a:extLst>
              <a:ext uri="{FF2B5EF4-FFF2-40B4-BE49-F238E27FC236}">
                <a16:creationId xmlns:a16="http://schemas.microsoft.com/office/drawing/2014/main" id="{9F587EB1-1674-4B8B-88AD-2A81FFFB5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89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Top view of cubes connected with black lines">
            <a:extLst>
              <a:ext uri="{FF2B5EF4-FFF2-40B4-BE49-F238E27FC236}">
                <a16:creationId xmlns:a16="http://schemas.microsoft.com/office/drawing/2014/main" id="{FC08E3AA-BF0C-99E0-F8E7-30819177A8D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</a:blip>
          <a:srcRect t="14732" b="10268"/>
          <a:stretch>
            <a:fillRect/>
          </a:stretch>
        </p:blipFill>
        <p:spPr>
          <a:xfrm>
            <a:off x="20" y="10"/>
            <a:ext cx="12191981" cy="6857989"/>
          </a:xfrm>
          <a:prstGeom prst="rect">
            <a:avLst/>
          </a:prstGeom>
          <a:effectLst>
            <a:glow rad="127000">
              <a:schemeClr val="bg2">
                <a:alpha val="20000"/>
              </a:schemeClr>
            </a:glo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971A0E3-F44D-50AA-BAB9-49170C216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934"/>
            <a:ext cx="5257801" cy="5181523"/>
          </a:xfrm>
        </p:spPr>
        <p:txBody>
          <a:bodyPr anchor="b">
            <a:normAutofit/>
          </a:bodyPr>
          <a:lstStyle/>
          <a:p>
            <a:r>
              <a:rPr lang="en-US" sz="8000" dirty="0">
                <a:solidFill>
                  <a:srgbClr val="FFFFFF"/>
                </a:solidFill>
              </a:rPr>
              <a:t>What happens to your agent? 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23622" y="373056"/>
            <a:ext cx="0" cy="6476066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2814" y="74031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1594" y="969611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07274" y="1484755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9A371-108B-AA91-12FF-58C4BBD45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29042" y="698643"/>
            <a:ext cx="4124758" cy="5301467"/>
          </a:xfrm>
        </p:spPr>
        <p:txBody>
          <a:bodyPr anchor="b">
            <a:normAutofit/>
          </a:bodyPr>
          <a:lstStyle/>
          <a:p>
            <a:r>
              <a:rPr lang="en-US" sz="2400" dirty="0"/>
              <a:t>Becomes callable by everyone’s tasks </a:t>
            </a:r>
          </a:p>
          <a:p>
            <a:r>
              <a:rPr lang="en-US" sz="2400" dirty="0"/>
              <a:t>You maintain zero infrastructure (in most cases; not for hosting and providing an endpoint, not relevant here)</a:t>
            </a:r>
          </a:p>
          <a:p>
            <a:r>
              <a:rPr lang="en-US" sz="2400" dirty="0"/>
              <a:t>Code is kept as is, modifications made on our end: you should require minimal knowledge of our backend</a:t>
            </a:r>
          </a:p>
          <a:p>
            <a:endParaRPr lang="en-US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3070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4C795B5-48C2-5E83-4AA0-3994520FC64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3112" b="1"/>
          <a:stretch>
            <a:fillRect/>
          </a:stretch>
        </p:blipFill>
        <p:spPr>
          <a:xfrm>
            <a:off x="0" y="10"/>
            <a:ext cx="12191980" cy="685799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0825AD-FA21-351F-7BA1-C0427A67F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What even is an agent?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645007-7C53-75B0-D8E7-377B689B3C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049000" cy="4381212"/>
          </a:xfrm>
        </p:spPr>
        <p:txBody>
          <a:bodyPr>
            <a:normAutofit/>
          </a:bodyPr>
          <a:lstStyle/>
          <a:p>
            <a:r>
              <a:rPr lang="en-US" dirty="0"/>
              <a:t>AI research nowadays: wiring together things into a system, calling that system a thing, recurse</a:t>
            </a:r>
          </a:p>
          <a:p>
            <a:pPr lvl="1"/>
            <a:r>
              <a:rPr lang="en-US" dirty="0"/>
              <a:t>Internal prompt + probability </a:t>
            </a:r>
            <a:r>
              <a:rPr lang="en-US" dirty="0" err="1"/>
              <a:t>dist</a:t>
            </a:r>
            <a:r>
              <a:rPr lang="en-US" dirty="0"/>
              <a:t> of next token + repeated selection </a:t>
            </a:r>
            <a:r>
              <a:rPr lang="en-US" dirty="0">
                <a:sym typeface="Wingdings" pitchFamily="2" charset="2"/>
              </a:rPr>
              <a:t> basic language response</a:t>
            </a:r>
          </a:p>
          <a:p>
            <a:pPr lvl="1"/>
            <a:r>
              <a:rPr lang="en-US" dirty="0">
                <a:sym typeface="Wingdings" pitchFamily="2" charset="2"/>
              </a:rPr>
              <a:t>Wiring together different basic language responses  chain of thought  smarter language response</a:t>
            </a:r>
          </a:p>
          <a:p>
            <a:pPr lvl="1"/>
            <a:r>
              <a:rPr lang="en-US" dirty="0">
                <a:sym typeface="Wingdings" pitchFamily="2" charset="2"/>
              </a:rPr>
              <a:t>Language response + tool calls  language that can affect things  agent </a:t>
            </a:r>
          </a:p>
          <a:p>
            <a:pPr lvl="1"/>
            <a:r>
              <a:rPr lang="en-US" dirty="0">
                <a:sym typeface="Wingdings" pitchFamily="2" charset="2"/>
              </a:rPr>
              <a:t>Wiring together agents + more tools  big agents, agentic systems, etc.</a:t>
            </a:r>
          </a:p>
          <a:p>
            <a:r>
              <a:rPr lang="en-US" dirty="0">
                <a:sym typeface="Wingdings" pitchFamily="2" charset="2"/>
              </a:rPr>
              <a:t>Takeaway: ”agent” is a fuzzy term, so we’ll pin down exactly what OUR system needs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9261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9FD23DD8-78B0-4981-924E-BF00CCAA3B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!!Rectangle">
            <a:extLst>
              <a:ext uri="{FF2B5EF4-FFF2-40B4-BE49-F238E27FC236}">
                <a16:creationId xmlns:a16="http://schemas.microsoft.com/office/drawing/2014/main" id="{0FFE21DE-9F8D-4C6D-983A-68AFCC9294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89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3" name="Picture 22" descr="A 3D pattern of ring shapes connected by lines">
            <a:extLst>
              <a:ext uri="{FF2B5EF4-FFF2-40B4-BE49-F238E27FC236}">
                <a16:creationId xmlns:a16="http://schemas.microsoft.com/office/drawing/2014/main" id="{9B8E4A38-F0FC-EEA2-F96A-00067170A3B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</a:blip>
          <a:srcRect/>
          <a:stretch>
            <a:fillRect/>
          </a:stretch>
        </p:blipFill>
        <p:spPr>
          <a:xfrm>
            <a:off x="20" y="10"/>
            <a:ext cx="12191981" cy="68579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EC0EF4B-1E96-513A-F657-C83E79BF9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769" y="285692"/>
            <a:ext cx="10104115" cy="1664918"/>
          </a:xfrm>
        </p:spPr>
        <p:txBody>
          <a:bodyPr anchor="b">
            <a:normAutofit/>
          </a:bodyPr>
          <a:lstStyle/>
          <a:p>
            <a:r>
              <a:rPr lang="en-US" sz="8000" dirty="0">
                <a:solidFill>
                  <a:srgbClr val="FFFFFF"/>
                </a:solidFill>
              </a:rPr>
              <a:t>Agents in our system </a:t>
            </a:r>
          </a:p>
        </p:txBody>
      </p:sp>
      <p:sp>
        <p:nvSpPr>
          <p:cNvPr id="36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9609" y="554152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rgbClr val="FFFFFF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96116" y="837005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12748" y="1472473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rgbClr val="FFFFFF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0BBC5-E7CF-3FA2-1708-0F7A219FC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1820" y="2420643"/>
            <a:ext cx="9363970" cy="4151665"/>
          </a:xfrm>
        </p:spPr>
        <p:txBody>
          <a:bodyPr anchor="t">
            <a:normAutofit/>
          </a:bodyPr>
          <a:lstStyle/>
          <a:p>
            <a:r>
              <a:rPr lang="en-US" sz="2400" dirty="0">
                <a:solidFill>
                  <a:srgbClr val="FFFFFF"/>
                </a:solidFill>
              </a:rPr>
              <a:t>Any service that completes certain tasks or processes input/output (I/O), etc. </a:t>
            </a:r>
          </a:p>
          <a:p>
            <a:r>
              <a:rPr lang="en-US" sz="2400" dirty="0">
                <a:solidFill>
                  <a:srgbClr val="FFFFFF"/>
                </a:solidFill>
              </a:rPr>
              <a:t>Discovery and communication via A2A (more details next slide) </a:t>
            </a:r>
          </a:p>
          <a:p>
            <a:r>
              <a:rPr lang="en-US" sz="2400" dirty="0">
                <a:solidFill>
                  <a:srgbClr val="FFFFFF"/>
                </a:solidFill>
              </a:rPr>
              <a:t>Common template: LLM tool loop </a:t>
            </a:r>
          </a:p>
          <a:p>
            <a:pPr lvl="1"/>
            <a:r>
              <a:rPr lang="en-US" dirty="0">
                <a:solidFill>
                  <a:srgbClr val="FFFFFF"/>
                </a:solidFill>
              </a:rPr>
              <a:t>LLM sees system prompt + tool descriptions + extra context (i.e. from past loop iterations)</a:t>
            </a:r>
          </a:p>
          <a:p>
            <a:pPr lvl="1"/>
            <a:r>
              <a:rPr lang="en-US" dirty="0">
                <a:solidFill>
                  <a:srgbClr val="FFFFFF"/>
                </a:solidFill>
              </a:rPr>
              <a:t>Loop: chooses from set of tools, runs the tool, repeats</a:t>
            </a:r>
          </a:p>
          <a:p>
            <a:pPr lvl="1"/>
            <a:r>
              <a:rPr lang="en-US" dirty="0">
                <a:solidFill>
                  <a:srgbClr val="FFFFFF"/>
                </a:solidFill>
              </a:rPr>
              <a:t>We include a template of this to make agent-building easier 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68377" y="3610394"/>
            <a:ext cx="0" cy="3238728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1666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B4061E-A357-3676-A598-2702DD7BE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LLM tool loop visually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D548BA3-ADFE-F69E-F111-50D4DD017D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6909" y="1620754"/>
            <a:ext cx="9960793" cy="4681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8429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AA03EDC-7067-4DFF-B672-541D016AA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BF3E39-B0BE-496A-8604-9007470FF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0" cy="686547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AC1F5C-395E-A993-3471-A1FAADCD1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442" y="685800"/>
            <a:ext cx="4353116" cy="1474666"/>
          </a:xfrm>
        </p:spPr>
        <p:txBody>
          <a:bodyPr anchor="b">
            <a:normAutofit/>
          </a:bodyPr>
          <a:lstStyle/>
          <a:p>
            <a:pPr algn="ctr"/>
            <a:r>
              <a:rPr lang="en-US" sz="3200">
                <a:solidFill>
                  <a:srgbClr val="595959"/>
                </a:solidFill>
              </a:rPr>
              <a:t>Protocols: A2A and MCP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654225-AD16-23A8-96E9-F1843966E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1442" y="2299855"/>
            <a:ext cx="4353116" cy="3917916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endParaRPr lang="en-US" sz="1800" dirty="0">
              <a:solidFill>
                <a:srgbClr val="595959"/>
              </a:solidFill>
            </a:endParaRPr>
          </a:p>
          <a:p>
            <a:r>
              <a:rPr lang="en-US" sz="2000" dirty="0">
                <a:solidFill>
                  <a:srgbClr val="595959"/>
                </a:solidFill>
              </a:rPr>
              <a:t>MCP: down, from agent to tools </a:t>
            </a:r>
          </a:p>
          <a:p>
            <a:pPr lvl="1"/>
            <a:r>
              <a:rPr lang="en-US" sz="1800" dirty="0">
                <a:solidFill>
                  <a:srgbClr val="595959"/>
                </a:solidFill>
              </a:rPr>
              <a:t>Open standard that gives an agent a uniform way to call external tools and pull in data </a:t>
            </a:r>
          </a:p>
          <a:p>
            <a:r>
              <a:rPr lang="en-US" sz="2000" dirty="0">
                <a:solidFill>
                  <a:srgbClr val="595959"/>
                </a:solidFill>
              </a:rPr>
              <a:t>A2A: horizontal, from agent to agent</a:t>
            </a:r>
          </a:p>
          <a:p>
            <a:pPr lvl="1"/>
            <a:r>
              <a:rPr lang="en-US" sz="1800" dirty="0">
                <a:solidFill>
                  <a:srgbClr val="595959"/>
                </a:solidFill>
              </a:rPr>
              <a:t>Open standard for independent agents to discover each other and exchange messages </a:t>
            </a:r>
          </a:p>
          <a:p>
            <a:pPr lvl="1"/>
            <a:r>
              <a:rPr lang="en-US" sz="1800" dirty="0">
                <a:solidFill>
                  <a:srgbClr val="595959"/>
                </a:solidFill>
              </a:rPr>
              <a:t>What our system uses </a:t>
            </a:r>
          </a:p>
          <a:p>
            <a:pPr lvl="1"/>
            <a:r>
              <a:rPr lang="en-US" sz="1800" dirty="0">
                <a:solidFill>
                  <a:srgbClr val="595959"/>
                </a:solidFill>
              </a:rPr>
              <a:t>Very recent convention, still changing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CEBA22-717F-49F6-32D7-A494CA1E1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6846" y="1551525"/>
            <a:ext cx="6810789" cy="3588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3011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D039E-48A0-4D71-3AE5-309E9DD33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options for what to build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6532342-6880-1E4A-7545-02715FA969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092615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420642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F21EAD-D673-0E28-A3A3-C6442A622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What only A requires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D9AC1-9C27-D5F7-2D8F-35304CC726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8858" y="831274"/>
            <a:ext cx="6555347" cy="5126182"/>
          </a:xfrm>
        </p:spPr>
        <p:txBody>
          <a:bodyPr anchor="ctr">
            <a:normAutofit/>
          </a:bodyPr>
          <a:lstStyle/>
          <a:p>
            <a:r>
              <a:rPr lang="en-US" sz="2000" dirty="0"/>
              <a:t>System prompt: what the agent is, when to use which tool, and instructions to end with a clear answer</a:t>
            </a:r>
          </a:p>
          <a:p>
            <a:r>
              <a:rPr lang="en-US" sz="2000" dirty="0"/>
              <a:t>Tool bodies: methods defined in a tool file </a:t>
            </a:r>
          </a:p>
          <a:p>
            <a:pPr lvl="1"/>
            <a:r>
              <a:rPr lang="en-US" sz="2000" dirty="0"/>
              <a:t>One high-level defined function per tool </a:t>
            </a:r>
          </a:p>
          <a:p>
            <a:pPr lvl="1"/>
            <a:r>
              <a:rPr lang="en-US" sz="2000" dirty="0"/>
              <a:t>Optional inputs need a default </a:t>
            </a:r>
          </a:p>
          <a:p>
            <a:r>
              <a:rPr lang="en-US" sz="2000" dirty="0"/>
              <a:t>Tool schemas (JSON)</a:t>
            </a:r>
          </a:p>
          <a:p>
            <a:pPr lvl="1"/>
            <a:r>
              <a:rPr lang="en-US" sz="2000" dirty="0"/>
              <a:t>NLP descriptions of each tool, parameters, etc. </a:t>
            </a:r>
          </a:p>
          <a:p>
            <a:pPr lvl="1"/>
            <a:r>
              <a:rPr lang="en-US" sz="2000" dirty="0"/>
              <a:t>Can have </a:t>
            </a:r>
            <a:r>
              <a:rPr lang="en-US" sz="2000" dirty="0" err="1"/>
              <a:t>claude</a:t>
            </a:r>
            <a:r>
              <a:rPr lang="en-US" sz="2000" dirty="0"/>
              <a:t> generate from your tools very easily </a:t>
            </a:r>
          </a:p>
          <a:p>
            <a:pPr lvl="1"/>
            <a:r>
              <a:rPr lang="en-US" sz="2000" dirty="0"/>
              <a:t>Examples in agent-skeleton </a:t>
            </a:r>
          </a:p>
          <a:p>
            <a:pPr lvl="1"/>
            <a:r>
              <a:rPr lang="en-US" sz="2000" dirty="0"/>
              <a:t>Function argument names must match schema’s field names exactly</a:t>
            </a:r>
          </a:p>
          <a:p>
            <a:r>
              <a:rPr lang="en-US" sz="2000" dirty="0"/>
              <a:t>Number of iterations of top-level loop </a:t>
            </a:r>
          </a:p>
        </p:txBody>
      </p:sp>
    </p:spTree>
    <p:extLst>
      <p:ext uri="{BB962C8B-B14F-4D97-AF65-F5344CB8AC3E}">
        <p14:creationId xmlns:p14="http://schemas.microsoft.com/office/powerpoint/2010/main" val="5993032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A48FA1-93EF-F9E1-BB37-D0CDEEBA7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What only B requires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77F7F-77E6-F91C-22E8-D493260DF6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4548" y="997528"/>
            <a:ext cx="7398327" cy="5248970"/>
          </a:xfrm>
        </p:spPr>
        <p:txBody>
          <a:bodyPr anchor="ctr">
            <a:normAutofit/>
          </a:bodyPr>
          <a:lstStyle/>
          <a:p>
            <a:r>
              <a:rPr lang="en-US" sz="2000" dirty="0"/>
              <a:t>Folder of code and/or data that takes input and completes task </a:t>
            </a:r>
          </a:p>
          <a:p>
            <a:r>
              <a:rPr lang="en-US" sz="2000" dirty="0"/>
              <a:t>Two hard rules: </a:t>
            </a:r>
          </a:p>
          <a:p>
            <a:pPr lvl="1"/>
            <a:r>
              <a:rPr lang="en-US" sz="2000" dirty="0"/>
              <a:t>Must run standalone </a:t>
            </a:r>
          </a:p>
          <a:p>
            <a:pPr lvl="1"/>
            <a:r>
              <a:rPr lang="en-US" sz="2000" dirty="0"/>
              <a:t>Must have one clear entry point (one class in one file that runs whole agent) </a:t>
            </a:r>
          </a:p>
          <a:p>
            <a:r>
              <a:rPr lang="en-US" sz="2000" dirty="0"/>
              <a:t>Entry point (“handler”) details:</a:t>
            </a:r>
          </a:p>
          <a:p>
            <a:pPr lvl="1"/>
            <a:r>
              <a:rPr lang="en-US" sz="2000" dirty="0"/>
              <a:t>Tiny </a:t>
            </a:r>
            <a:r>
              <a:rPr lang="en-US" sz="2000" dirty="0" err="1"/>
              <a:t>handler.py</a:t>
            </a:r>
            <a:r>
              <a:rPr lang="en-US" sz="2000" dirty="0"/>
              <a:t> file with one class and one method that the system calls</a:t>
            </a:r>
          </a:p>
          <a:p>
            <a:pPr lvl="1"/>
            <a:r>
              <a:rPr lang="en-US" sz="2000" dirty="0"/>
              <a:t>In: user’s text + any attached files + API keys if needed (note: files are tricky without agent-skeleton package </a:t>
            </a:r>
            <a:r>
              <a:rPr lang="en-US" sz="2000" dirty="0" err="1"/>
              <a:t>base.FileInput</a:t>
            </a:r>
            <a:r>
              <a:rPr lang="en-US" sz="2000" dirty="0"/>
              <a:t>)</a:t>
            </a:r>
          </a:p>
          <a:p>
            <a:pPr lvl="1"/>
            <a:r>
              <a:rPr lang="en-US" sz="2000" dirty="0"/>
              <a:t>Inside: pass those inputs to the code’s entry point class and run the method </a:t>
            </a:r>
          </a:p>
          <a:p>
            <a:pPr lvl="1"/>
            <a:r>
              <a:rPr lang="en-US" sz="2000" dirty="0"/>
              <a:t>Out: </a:t>
            </a:r>
            <a:r>
              <a:rPr lang="en-US" sz="2000" dirty="0" err="1"/>
              <a:t>dict</a:t>
            </a:r>
            <a:r>
              <a:rPr lang="en-US" sz="2000" dirty="0"/>
              <a:t> with an “answer”: response + data artifacts</a:t>
            </a:r>
          </a:p>
          <a:p>
            <a:pPr lvl="1"/>
            <a:r>
              <a:rPr lang="en-US" sz="2000" dirty="0"/>
              <a:t>At minimum: make sure full agent’s functionality can be exposed by calling parameters with a single python file </a:t>
            </a:r>
          </a:p>
        </p:txBody>
      </p:sp>
    </p:spTree>
    <p:extLst>
      <p:ext uri="{BB962C8B-B14F-4D97-AF65-F5344CB8AC3E}">
        <p14:creationId xmlns:p14="http://schemas.microsoft.com/office/powerpoint/2010/main" val="23765466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38F5530-DA31-4B62-8DF9-56A1A3B6B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EFAF95-013F-4375-AAF4-033AC93F55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8735E28-7236-42D8-A5E1-A0F302FE87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3642881-D4B2-4CC2-A287-0FA0006F3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01C50C6-CC43-4D9E-B2AB-F373712E43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6E7187D-0938-461D-BFC5-89EEF3506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34C951A-9754-438B-9D57-E6B93B6E4C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CCC8FCE-0563-4147-B2A2-7C81702EB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5E68FC26-41A9-4C82-BE7F-E9344CDC4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FBB336D1-2562-4680-B29B-E22C603C0E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EED3885-4010-4FBE-A045-DC59CAE78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3D74F45-ED22-46E8-8A8C-85550ED981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F675583-78ED-4BEC-8424-37068227E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9BD9726-207D-4725-AA6E-5147080D5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1A43941-4783-4A0B-9385-1952F9F89D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B4806F9C-3233-4FC3-B300-D5AA58A5CD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0E3F9FC-BB7B-433D-8A4F-1BCFA582E0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406F394-9D6F-4986-A3AF-6EF16DEDE6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4F98CF1-0C8F-435D-846B-D3C506378F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781ACDD-4A0F-4369-A468-3FEC355F8E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BB34D61-E762-4862-9DA8-702D97A362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C0631F9-62BF-9625-B14D-6566982EE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039" y="-98270"/>
            <a:ext cx="5465064" cy="2205360"/>
          </a:xfrm>
          <a:noFill/>
        </p:spPr>
        <p:txBody>
          <a:bodyPr anchor="ctr"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What both require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25556-882A-3B28-A56B-1452E1D1F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0752" y="1252242"/>
            <a:ext cx="9934798" cy="5411641"/>
          </a:xfrm>
          <a:noFill/>
        </p:spPr>
        <p:txBody>
          <a:bodyPr anchor="ctr">
            <a:normAutofit/>
          </a:bodyPr>
          <a:lstStyle/>
          <a:p>
            <a:r>
              <a:rPr lang="en-US" sz="2400" dirty="0" err="1">
                <a:solidFill>
                  <a:schemeClr val="bg1"/>
                </a:solidFill>
              </a:rPr>
              <a:t>README.md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Natural language description of what the agent does 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Explicit I/O description of the agent 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Identification of entry point file and class name </a:t>
            </a:r>
          </a:p>
          <a:p>
            <a:r>
              <a:rPr lang="en-US" sz="2400" dirty="0">
                <a:solidFill>
                  <a:schemeClr val="bg1"/>
                </a:solidFill>
              </a:rPr>
              <a:t>Hardware dependencies listed clearly in </a:t>
            </a:r>
            <a:r>
              <a:rPr lang="en-US" sz="2400" dirty="0" err="1">
                <a:solidFill>
                  <a:schemeClr val="bg1"/>
                </a:solidFill>
              </a:rPr>
              <a:t>HARDWARE_DEPENDENCIES.md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Handling of secrets (private API keys and such)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I.e. you might not want to trust us with your secrets yet ! 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Private API keys called as variable names with config file left out of what you send us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For security and also so different users can slot in their own personal keys  </a:t>
            </a:r>
          </a:p>
        </p:txBody>
      </p:sp>
    </p:spTree>
    <p:extLst>
      <p:ext uri="{BB962C8B-B14F-4D97-AF65-F5344CB8AC3E}">
        <p14:creationId xmlns:p14="http://schemas.microsoft.com/office/powerpoint/2010/main" val="26899895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F871A9-C14A-1C34-47DC-C8C352300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en-US" sz="4300">
                <a:solidFill>
                  <a:srgbClr val="FFFFFF"/>
                </a:solidFill>
              </a:rPr>
              <a:t>Other considerations </a:t>
            </a:r>
          </a:p>
        </p:txBody>
      </p:sp>
      <p:sp>
        <p:nvSpPr>
          <p:cNvPr id="45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7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AC33F-B5A7-C914-9E04-F8B0EABA4D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 fontScale="92500"/>
          </a:bodyPr>
          <a:lstStyle/>
          <a:p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If you need an API key for LLM calls:</a:t>
            </a:r>
          </a:p>
          <a:p>
            <a:pPr lvl="1"/>
            <a:r>
              <a:rPr lang="en-US" sz="2800" dirty="0">
                <a:solidFill>
                  <a:schemeClr val="tx1">
                    <a:alpha val="80000"/>
                  </a:schemeClr>
                </a:solidFill>
              </a:rPr>
              <a:t>We are seeing if we can provide something </a:t>
            </a:r>
          </a:p>
          <a:p>
            <a:pPr lvl="1"/>
            <a:r>
              <a:rPr lang="en-US" sz="2800" dirty="0">
                <a:solidFill>
                  <a:schemeClr val="tx1">
                    <a:alpha val="80000"/>
                  </a:schemeClr>
                </a:solidFill>
              </a:rPr>
              <a:t>In the meantime, try to find something free online </a:t>
            </a:r>
          </a:p>
          <a:p>
            <a:pPr lvl="1"/>
            <a:r>
              <a:rPr lang="en-US" sz="2800" dirty="0">
                <a:solidFill>
                  <a:schemeClr val="tx1">
                    <a:alpha val="80000"/>
                  </a:schemeClr>
                </a:solidFill>
              </a:rPr>
              <a:t>Alternatively, tunnel into RIS and run on a compute node </a:t>
            </a:r>
          </a:p>
          <a:p>
            <a:pPr lvl="1"/>
            <a:r>
              <a:rPr lang="en-US" sz="2800" dirty="0">
                <a:solidFill>
                  <a:schemeClr val="tx1">
                    <a:alpha val="80000"/>
                  </a:schemeClr>
                </a:solidFill>
              </a:rPr>
              <a:t>Generally prefer stateless (OpenAI </a:t>
            </a:r>
            <a:r>
              <a:rPr lang="en-US" sz="2800" dirty="0" err="1">
                <a:solidFill>
                  <a:schemeClr val="tx1">
                    <a:alpha val="80000"/>
                  </a:schemeClr>
                </a:solidFill>
              </a:rPr>
              <a:t>ChatCompletions</a:t>
            </a:r>
            <a:r>
              <a:rPr lang="en-US" sz="2800" dirty="0">
                <a:solidFill>
                  <a:schemeClr val="tx1">
                    <a:alpha val="80000"/>
                  </a:schemeClr>
                </a:solidFill>
              </a:rPr>
              <a:t> standard) of LLM calls </a:t>
            </a:r>
          </a:p>
          <a:p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Repo to help y’all out: agent-skeleton</a:t>
            </a:r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49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61473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9CFCDAF-46CE-4056-866C-5EE9122FDC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Rectangle">
            <a:extLst>
              <a:ext uri="{FF2B5EF4-FFF2-40B4-BE49-F238E27FC236}">
                <a16:creationId xmlns:a16="http://schemas.microsoft.com/office/drawing/2014/main" id="{9F587EB1-1674-4B8B-88AD-2A81FFFB5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89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Pen placed on top of a signature line">
            <a:extLst>
              <a:ext uri="{FF2B5EF4-FFF2-40B4-BE49-F238E27FC236}">
                <a16:creationId xmlns:a16="http://schemas.microsoft.com/office/drawing/2014/main" id="{B84D7279-3FCE-E7E0-9E62-472529511E4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</a:blip>
          <a:srcRect b="15730"/>
          <a:stretch>
            <a:fillRect/>
          </a:stretch>
        </p:blipFill>
        <p:spPr>
          <a:xfrm>
            <a:off x="19" y="344506"/>
            <a:ext cx="12191981" cy="68579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2DB2B9-1B41-E3D0-3BC6-EF6889BE6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3793" y="1484755"/>
            <a:ext cx="5257801" cy="3714501"/>
          </a:xfrm>
        </p:spPr>
        <p:txBody>
          <a:bodyPr anchor="b">
            <a:normAutofit/>
          </a:bodyPr>
          <a:lstStyle/>
          <a:p>
            <a:r>
              <a:rPr lang="en-US" sz="6600" dirty="0">
                <a:solidFill>
                  <a:srgbClr val="FFFFFF"/>
                </a:solidFill>
              </a:rPr>
              <a:t>Repository we provide: agent-skeleton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23622" y="373056"/>
            <a:ext cx="0" cy="6476066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2814" y="74031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1594" y="969611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07274" y="1484755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BB47AE-2D88-26A6-D404-074B37906E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29042" y="698643"/>
            <a:ext cx="4124758" cy="5301467"/>
          </a:xfrm>
        </p:spPr>
        <p:txBody>
          <a:bodyPr anchor="b">
            <a:normAutofit/>
          </a:bodyPr>
          <a:lstStyle/>
          <a:p>
            <a:r>
              <a:rPr lang="en-US" sz="2000">
                <a:solidFill>
                  <a:srgbClr val="FFFFFF"/>
                </a:solidFill>
              </a:rPr>
              <a:t>Repo meant to help you make agents</a:t>
            </a:r>
          </a:p>
          <a:p>
            <a:r>
              <a:rPr lang="en-US" sz="2000">
                <a:solidFill>
                  <a:srgbClr val="FFFFFF"/>
                </a:solidFill>
              </a:rPr>
              <a:t>If you choose A (LLM tool loop):</a:t>
            </a:r>
          </a:p>
          <a:p>
            <a:pPr lvl="1"/>
            <a:r>
              <a:rPr lang="en-US" sz="2000">
                <a:solidFill>
                  <a:srgbClr val="FFFFFF"/>
                </a:solidFill>
              </a:rPr>
              <a:t>Provide infrastructure so you only need to write custom prompt, tool bodies, and tool schemas </a:t>
            </a:r>
          </a:p>
          <a:p>
            <a:r>
              <a:rPr lang="en-US" sz="2000">
                <a:solidFill>
                  <a:srgbClr val="FFFFFF"/>
                </a:solidFill>
              </a:rPr>
              <a:t>If you choose B (custom upload):</a:t>
            </a:r>
          </a:p>
          <a:p>
            <a:pPr lvl="1"/>
            <a:r>
              <a:rPr lang="en-US" sz="2000">
                <a:solidFill>
                  <a:srgbClr val="FFFFFF"/>
                </a:solidFill>
              </a:rPr>
              <a:t>Imports to help write entry point/handler </a:t>
            </a:r>
          </a:p>
          <a:p>
            <a:r>
              <a:rPr lang="en-US" sz="2000">
                <a:solidFill>
                  <a:srgbClr val="FFFFFF"/>
                </a:solidFill>
              </a:rPr>
              <a:t>Lots of documentation to help you out with either option </a:t>
            </a:r>
          </a:p>
          <a:p>
            <a:endParaRPr lang="en-US" sz="2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34737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846BB-3C19-D205-7294-BE2E69834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Actual code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09EF56-39BA-9566-6A13-1B1307EAE3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PDF agent (go through code on VS code)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65571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D5C4330-C44A-435E-8E7B-CF183E4CBA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F5DB3C-0F77-5FC9-EB0C-4CB99562A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7602" y="1409956"/>
            <a:ext cx="3694421" cy="4038088"/>
          </a:xfrm>
        </p:spPr>
        <p:txBody>
          <a:bodyPr>
            <a:normAutofit/>
          </a:bodyPr>
          <a:lstStyle/>
          <a:p>
            <a:pPr algn="ctr"/>
            <a:r>
              <a:rPr lang="en-US" sz="5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Thinking about what agent you might want to make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6B9FAF4-4B18-4D7E-AF38-5EDDA8A6A0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17C6E-C882-2187-49B0-9CF7A57C93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9345" y="477982"/>
            <a:ext cx="5403271" cy="5902036"/>
          </a:xfrm>
        </p:spPr>
        <p:txBody>
          <a:bodyPr anchor="ctr">
            <a:normAutofit/>
          </a:bodyPr>
          <a:lstStyle/>
          <a:p>
            <a:r>
              <a:rPr lang="en-US" sz="2400" dirty="0">
                <a:solidFill>
                  <a:srgbClr val="595959"/>
                </a:solidFill>
              </a:rPr>
              <a:t>Agents should help with research tasks </a:t>
            </a:r>
          </a:p>
          <a:p>
            <a:r>
              <a:rPr lang="en-US" sz="2400" dirty="0">
                <a:solidFill>
                  <a:srgbClr val="595959"/>
                </a:solidFill>
              </a:rPr>
              <a:t>Can help with common operations or esoteric tasks </a:t>
            </a:r>
          </a:p>
          <a:p>
            <a:pPr lvl="1"/>
            <a:r>
              <a:rPr lang="en-US" dirty="0" err="1">
                <a:solidFill>
                  <a:srgbClr val="595959"/>
                </a:solidFill>
              </a:rPr>
              <a:t>E</a:t>
            </a:r>
            <a:r>
              <a:rPr lang="en-US" err="1">
                <a:solidFill>
                  <a:srgbClr val="595959"/>
                </a:solidFill>
              </a:rPr>
              <a:t>.</a:t>
            </a:r>
            <a:r>
              <a:rPr lang="en-US">
                <a:solidFill>
                  <a:srgbClr val="595959"/>
                </a:solidFill>
              </a:rPr>
              <a:t>g. </a:t>
            </a:r>
            <a:r>
              <a:rPr lang="en-US" dirty="0">
                <a:solidFill>
                  <a:srgbClr val="595959"/>
                </a:solidFill>
              </a:rPr>
              <a:t>common: PDF reader, making graphs given data, etc.</a:t>
            </a:r>
          </a:p>
          <a:p>
            <a:pPr lvl="1"/>
            <a:r>
              <a:rPr lang="en-US" dirty="0">
                <a:solidFill>
                  <a:srgbClr val="595959"/>
                </a:solidFill>
              </a:rPr>
              <a:t>E.g. esoteric: spinning up analysis of a gene given specialized dataset and bot that can understand/traverse dataset </a:t>
            </a:r>
          </a:p>
          <a:p>
            <a:r>
              <a:rPr lang="en-US" sz="2400" dirty="0">
                <a:solidFill>
                  <a:srgbClr val="595959"/>
                </a:solidFill>
              </a:rPr>
              <a:t>Some example (very simple) agents we have:</a:t>
            </a:r>
          </a:p>
          <a:p>
            <a:pPr lvl="1"/>
            <a:r>
              <a:rPr lang="en-US" dirty="0">
                <a:solidFill>
                  <a:srgbClr val="595959"/>
                </a:solidFill>
              </a:rPr>
              <a:t>Google calendar/email editor </a:t>
            </a:r>
          </a:p>
          <a:p>
            <a:pPr lvl="1"/>
            <a:r>
              <a:rPr lang="en-US" dirty="0">
                <a:solidFill>
                  <a:srgbClr val="595959"/>
                </a:solidFill>
              </a:rPr>
              <a:t>Weather forecast agent </a:t>
            </a:r>
          </a:p>
          <a:p>
            <a:pPr lvl="1"/>
            <a:r>
              <a:rPr lang="en-US" dirty="0">
                <a:solidFill>
                  <a:srgbClr val="595959"/>
                </a:solidFill>
              </a:rPr>
              <a:t>Coding agent </a:t>
            </a:r>
          </a:p>
        </p:txBody>
      </p:sp>
    </p:spTree>
    <p:extLst>
      <p:ext uri="{BB962C8B-B14F-4D97-AF65-F5344CB8AC3E}">
        <p14:creationId xmlns:p14="http://schemas.microsoft.com/office/powerpoint/2010/main" val="1644224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18512-E597-046F-A13B-6FD9C7099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know you’re done and then what to do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DEEE85B-890F-7E1E-8698-F9352CC5C1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3579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640409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38B604-878E-3C12-883B-F42303760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en-US" sz="5600" dirty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21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F11F4-1717-81AF-1FB2-B3E6ABA805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1811" y="834001"/>
            <a:ext cx="4771607" cy="5552785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The agent-skeleton repository has a lot of information and will continue to be updated </a:t>
            </a:r>
          </a:p>
          <a:p>
            <a:pPr lvl="1"/>
            <a:r>
              <a:rPr lang="en-US" sz="2800" dirty="0">
                <a:solidFill>
                  <a:schemeClr val="tx1">
                    <a:alpha val="80000"/>
                  </a:schemeClr>
                </a:solidFill>
              </a:rPr>
              <a:t>Documentation, templates, infrastructure </a:t>
            </a:r>
          </a:p>
          <a:p>
            <a:pPr lvl="1"/>
            <a:r>
              <a:rPr lang="en-US" sz="2800" dirty="0">
                <a:solidFill>
                  <a:schemeClr val="tx1">
                    <a:alpha val="80000"/>
                  </a:schemeClr>
                </a:solidFill>
              </a:rPr>
              <a:t>Answering FAQs </a:t>
            </a:r>
          </a:p>
          <a:p>
            <a:pPr lvl="1"/>
            <a:r>
              <a:rPr lang="en-US" sz="2800" dirty="0">
                <a:solidFill>
                  <a:schemeClr val="tx1">
                    <a:alpha val="80000"/>
                  </a:schemeClr>
                </a:solidFill>
              </a:rPr>
              <a:t>Example agents, more details about esoteric endeavors, etc.</a:t>
            </a:r>
          </a:p>
          <a:p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We will send out this presentation </a:t>
            </a: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1873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1696</TotalTime>
  <Words>1116</Words>
  <Application>Microsoft Macintosh PowerPoint</Application>
  <PresentationFormat>Widescreen</PresentationFormat>
  <Paragraphs>110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Wingdings</vt:lpstr>
      <vt:lpstr>Office Theme</vt:lpstr>
      <vt:lpstr>Building agents </vt:lpstr>
      <vt:lpstr>Purpose of presentation</vt:lpstr>
      <vt:lpstr>What happens to your agent? </vt:lpstr>
      <vt:lpstr>What even is an agent? </vt:lpstr>
      <vt:lpstr>Agents in our system </vt:lpstr>
      <vt:lpstr>LLM tool loop visually</vt:lpstr>
      <vt:lpstr>Protocols: A2A and MCP </vt:lpstr>
      <vt:lpstr>Two options for what to build</vt:lpstr>
      <vt:lpstr>What only A requires</vt:lpstr>
      <vt:lpstr>What only B requires</vt:lpstr>
      <vt:lpstr>What both require </vt:lpstr>
      <vt:lpstr>Other considerations </vt:lpstr>
      <vt:lpstr>Repository we provide: agent-skeleton</vt:lpstr>
      <vt:lpstr>Actual code examples</vt:lpstr>
      <vt:lpstr>Thinking about what agent you might want to make</vt:lpstr>
      <vt:lpstr>How to know you’re done and then what to do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Agarwal, Ronak</dc:creator>
  <cp:lastModifiedBy>Agarwal, Ronak</cp:lastModifiedBy>
  <cp:revision>2</cp:revision>
  <dcterms:created xsi:type="dcterms:W3CDTF">2026-07-16T00:00:41Z</dcterms:created>
  <dcterms:modified xsi:type="dcterms:W3CDTF">2026-07-17T18:57:12Z</dcterms:modified>
</cp:coreProperties>
</file>